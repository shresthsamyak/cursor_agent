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2259" y="1042231"/>
            <a:ext cx="16449674" cy="924476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16000" y="427723"/>
            <a:ext cx="2416175" cy="1031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600" b="1" i="0">
                <a:solidFill>
                  <a:srgbClr val="6F4EA6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0" i="0">
                <a:solidFill>
                  <a:srgbClr val="62627D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00" b="1" i="0">
                <a:solidFill>
                  <a:srgbClr val="6F4EA6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200" b="0" i="0">
                <a:solidFill>
                  <a:srgbClr val="62627D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00" b="1" i="0">
                <a:solidFill>
                  <a:srgbClr val="6F4EA6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00" b="1" i="0">
                <a:solidFill>
                  <a:srgbClr val="6F4EA6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20963" y="193633"/>
            <a:ext cx="16119475" cy="2109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600" b="1" i="0">
                <a:solidFill>
                  <a:srgbClr val="6F4EA6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096105" y="2689161"/>
            <a:ext cx="13969365" cy="23799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0" i="0">
                <a:solidFill>
                  <a:srgbClr val="62627D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hyperlink" Target="mailto:vchaudhary_be25@thapar.edu" TargetMode="External"/><Relationship Id="rId4" Type="http://schemas.openxmlformats.org/officeDocument/2006/relationships/hyperlink" Target="mailto:ssamyak_be25@thapar.edu" TargetMode="External"/><Relationship Id="rId5" Type="http://schemas.openxmlformats.org/officeDocument/2006/relationships/hyperlink" Target="mailto:tkaur4_be25@thapar.edu" TargetMode="External"/><Relationship Id="rId6" Type="http://schemas.openxmlformats.org/officeDocument/2006/relationships/hyperlink" Target="mailto:ddhanjal_be25@thapar.edu" TargetMode="External"/><Relationship Id="rId7" Type="http://schemas.openxmlformats.org/officeDocument/2006/relationships/image" Target="../media/image3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56334" y="1005458"/>
            <a:ext cx="3653790" cy="540385"/>
          </a:xfrm>
          <a:custGeom>
            <a:avLst/>
            <a:gdLst/>
            <a:ahLst/>
            <a:cxnLst/>
            <a:rect l="l" t="t" r="r" b="b"/>
            <a:pathLst>
              <a:path w="3653790" h="540385">
                <a:moveTo>
                  <a:pt x="0" y="270122"/>
                </a:moveTo>
                <a:lnTo>
                  <a:pt x="4355" y="221572"/>
                </a:lnTo>
                <a:lnTo>
                  <a:pt x="16906" y="175875"/>
                </a:lnTo>
                <a:lnTo>
                  <a:pt x="36891" y="133795"/>
                </a:lnTo>
                <a:lnTo>
                  <a:pt x="63545" y="96093"/>
                </a:lnTo>
                <a:lnTo>
                  <a:pt x="96105" y="63535"/>
                </a:lnTo>
                <a:lnTo>
                  <a:pt x="133808" y="36883"/>
                </a:lnTo>
                <a:lnTo>
                  <a:pt x="175889" y="16901"/>
                </a:lnTo>
                <a:lnTo>
                  <a:pt x="221585" y="4352"/>
                </a:lnTo>
                <a:lnTo>
                  <a:pt x="270133" y="0"/>
                </a:lnTo>
                <a:lnTo>
                  <a:pt x="3383596" y="0"/>
                </a:lnTo>
                <a:lnTo>
                  <a:pt x="3432149" y="4336"/>
                </a:lnTo>
                <a:lnTo>
                  <a:pt x="3477852" y="16877"/>
                </a:lnTo>
                <a:lnTo>
                  <a:pt x="3519943" y="36854"/>
                </a:lnTo>
                <a:lnTo>
                  <a:pt x="3557655" y="63504"/>
                </a:lnTo>
                <a:lnTo>
                  <a:pt x="3590226" y="96065"/>
                </a:lnTo>
                <a:lnTo>
                  <a:pt x="3616889" y="133772"/>
                </a:lnTo>
                <a:lnTo>
                  <a:pt x="3636881" y="175861"/>
                </a:lnTo>
                <a:lnTo>
                  <a:pt x="3649435" y="221568"/>
                </a:lnTo>
                <a:lnTo>
                  <a:pt x="3653789" y="270129"/>
                </a:lnTo>
                <a:lnTo>
                  <a:pt x="3649433" y="318689"/>
                </a:lnTo>
                <a:lnTo>
                  <a:pt x="3636877" y="364395"/>
                </a:lnTo>
                <a:lnTo>
                  <a:pt x="3616884" y="406483"/>
                </a:lnTo>
                <a:lnTo>
                  <a:pt x="3590220" y="444188"/>
                </a:lnTo>
                <a:lnTo>
                  <a:pt x="3557650" y="476746"/>
                </a:lnTo>
                <a:lnTo>
                  <a:pt x="3519937" y="503395"/>
                </a:lnTo>
                <a:lnTo>
                  <a:pt x="3477848" y="523371"/>
                </a:lnTo>
                <a:lnTo>
                  <a:pt x="3432146" y="535910"/>
                </a:lnTo>
                <a:lnTo>
                  <a:pt x="3383596" y="540257"/>
                </a:lnTo>
                <a:lnTo>
                  <a:pt x="270132" y="540258"/>
                </a:lnTo>
                <a:lnTo>
                  <a:pt x="221582" y="535905"/>
                </a:lnTo>
                <a:lnTo>
                  <a:pt x="175884" y="523355"/>
                </a:lnTo>
                <a:lnTo>
                  <a:pt x="133801" y="503371"/>
                </a:lnTo>
                <a:lnTo>
                  <a:pt x="96098" y="476717"/>
                </a:lnTo>
                <a:lnTo>
                  <a:pt x="63538" y="444156"/>
                </a:lnTo>
                <a:lnTo>
                  <a:pt x="36885" y="406452"/>
                </a:lnTo>
                <a:lnTo>
                  <a:pt x="16901" y="364370"/>
                </a:lnTo>
                <a:lnTo>
                  <a:pt x="4352" y="318671"/>
                </a:lnTo>
                <a:lnTo>
                  <a:pt x="0" y="270122"/>
                </a:lnTo>
              </a:path>
            </a:pathLst>
          </a:custGeom>
          <a:ln w="38099">
            <a:solidFill>
              <a:srgbClr val="D9D3F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948259" y="1116583"/>
            <a:ext cx="2070100" cy="276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 spc="135" b="1">
                <a:solidFill>
                  <a:srgbClr val="6D28D9"/>
                </a:solidFill>
                <a:latin typeface="Arial"/>
                <a:cs typeface="Arial"/>
              </a:rPr>
              <a:t>SAMSUNG</a:t>
            </a:r>
            <a:r>
              <a:rPr dirty="0" sz="1650" spc="345" b="1">
                <a:solidFill>
                  <a:srgbClr val="6D28D9"/>
                </a:solidFill>
                <a:latin typeface="Arial"/>
                <a:cs typeface="Arial"/>
              </a:rPr>
              <a:t> </a:t>
            </a:r>
            <a:r>
              <a:rPr dirty="0" sz="1650" spc="105" b="1">
                <a:solidFill>
                  <a:srgbClr val="6D28D9"/>
                </a:solidFill>
                <a:latin typeface="Arial"/>
                <a:cs typeface="Arial"/>
              </a:rPr>
              <a:t>PRISM</a:t>
            </a:r>
            <a:endParaRPr sz="1650">
              <a:latin typeface="Arial"/>
              <a:cs typeface="Arial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153159" y="1731136"/>
            <a:ext cx="6166485" cy="2211070"/>
          </a:xfrm>
          <a:prstGeom prst="rect"/>
        </p:spPr>
        <p:txBody>
          <a:bodyPr wrap="square" lIns="0" tIns="125095" rIns="0" bIns="0" rtlCol="0" vert="horz">
            <a:spAutoFit/>
          </a:bodyPr>
          <a:lstStyle/>
          <a:p>
            <a:pPr marL="12700" marR="5080">
              <a:lnSpc>
                <a:spcPts val="8210"/>
              </a:lnSpc>
              <a:spcBef>
                <a:spcPts val="985"/>
              </a:spcBef>
            </a:pPr>
            <a:r>
              <a:rPr dirty="0" sz="7500">
                <a:solidFill>
                  <a:srgbClr val="13132A"/>
                </a:solidFill>
                <a:latin typeface="Arial"/>
                <a:cs typeface="Arial"/>
              </a:rPr>
              <a:t>Generative</a:t>
            </a:r>
            <a:r>
              <a:rPr dirty="0" sz="7500" spc="-390">
                <a:solidFill>
                  <a:srgbClr val="13132A"/>
                </a:solidFill>
                <a:latin typeface="Arial"/>
                <a:cs typeface="Arial"/>
              </a:rPr>
              <a:t> </a:t>
            </a:r>
            <a:r>
              <a:rPr dirty="0" sz="7500" spc="-25">
                <a:solidFill>
                  <a:srgbClr val="13132A"/>
                </a:solidFill>
                <a:latin typeface="Arial"/>
                <a:cs typeface="Arial"/>
              </a:rPr>
              <a:t>AI </a:t>
            </a:r>
            <a:r>
              <a:rPr dirty="0" sz="7500" spc="-10">
                <a:solidFill>
                  <a:srgbClr val="6D28D9"/>
                </a:solidFill>
                <a:latin typeface="Arial"/>
                <a:cs typeface="Arial"/>
              </a:rPr>
              <a:t>Hackathon</a:t>
            </a:r>
            <a:endParaRPr sz="75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4934" y="5108067"/>
            <a:ext cx="76200" cy="761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4934" y="5470017"/>
            <a:ext cx="76200" cy="761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4934" y="5831967"/>
            <a:ext cx="76200" cy="761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4934" y="6193917"/>
            <a:ext cx="76200" cy="761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4934" y="6917817"/>
            <a:ext cx="76200" cy="7619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4934" y="7641717"/>
            <a:ext cx="76200" cy="7619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4934" y="8003667"/>
            <a:ext cx="76200" cy="7619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4934" y="8727567"/>
            <a:ext cx="76200" cy="76199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153159" y="4131817"/>
            <a:ext cx="8626475" cy="47840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09139" algn="l"/>
              </a:tabLst>
            </a:pPr>
            <a:r>
              <a:rPr dirty="0" sz="3000" b="1">
                <a:solidFill>
                  <a:srgbClr val="13132A"/>
                </a:solidFill>
                <a:latin typeface="Calibri"/>
                <a:cs typeface="Calibri"/>
              </a:rPr>
              <a:t>3rd</a:t>
            </a:r>
            <a:r>
              <a:rPr dirty="0" sz="3000" spc="-45" b="1">
                <a:solidFill>
                  <a:srgbClr val="13132A"/>
                </a:solidFill>
                <a:latin typeface="Calibri"/>
                <a:cs typeface="Calibri"/>
              </a:rPr>
              <a:t> </a:t>
            </a:r>
            <a:r>
              <a:rPr dirty="0" sz="3000" spc="-10" b="1">
                <a:solidFill>
                  <a:srgbClr val="13132A"/>
                </a:solidFill>
                <a:latin typeface="Calibri"/>
                <a:cs typeface="Calibri"/>
              </a:rPr>
              <a:t>Edition</a:t>
            </a:r>
            <a:r>
              <a:rPr dirty="0" sz="3000" b="1">
                <a:solidFill>
                  <a:srgbClr val="13132A"/>
                </a:solidFill>
                <a:latin typeface="Calibri"/>
                <a:cs typeface="Calibri"/>
              </a:rPr>
              <a:t>	</a:t>
            </a:r>
            <a:r>
              <a:rPr dirty="0" sz="3000">
                <a:solidFill>
                  <a:srgbClr val="62627D"/>
                </a:solidFill>
                <a:latin typeface="Calibri"/>
                <a:cs typeface="Calibri"/>
              </a:rPr>
              <a:t>2026</a:t>
            </a:r>
            <a:r>
              <a:rPr dirty="0" sz="3000" spc="-40">
                <a:solidFill>
                  <a:srgbClr val="62627D"/>
                </a:solidFill>
                <a:latin typeface="Calibri"/>
                <a:cs typeface="Calibri"/>
              </a:rPr>
              <a:t> </a:t>
            </a:r>
            <a:r>
              <a:rPr dirty="0" sz="3000">
                <a:solidFill>
                  <a:srgbClr val="62627D"/>
                </a:solidFill>
                <a:latin typeface="Calibri"/>
                <a:cs typeface="Calibri"/>
              </a:rPr>
              <a:t>–</a:t>
            </a:r>
            <a:r>
              <a:rPr dirty="0" sz="3000" spc="-40">
                <a:solidFill>
                  <a:srgbClr val="62627D"/>
                </a:solidFill>
                <a:latin typeface="Calibri"/>
                <a:cs typeface="Calibri"/>
              </a:rPr>
              <a:t> </a:t>
            </a:r>
            <a:r>
              <a:rPr dirty="0" sz="3000" spc="-25">
                <a:solidFill>
                  <a:srgbClr val="62627D"/>
                </a:solidFill>
                <a:latin typeface="Calibri"/>
                <a:cs typeface="Calibri"/>
              </a:rPr>
              <a:t>27</a:t>
            </a:r>
            <a:endParaRPr sz="3000">
              <a:latin typeface="Calibri"/>
              <a:cs typeface="Calibri"/>
            </a:endParaRPr>
          </a:p>
          <a:p>
            <a:pPr marL="446405">
              <a:lnSpc>
                <a:spcPts val="2865"/>
              </a:lnSpc>
              <a:spcBef>
                <a:spcPts val="2485"/>
              </a:spcBef>
            </a:pPr>
            <a:r>
              <a:rPr dirty="0" sz="2400">
                <a:solidFill>
                  <a:srgbClr val="62627D"/>
                </a:solidFill>
                <a:latin typeface="Calibri"/>
                <a:cs typeface="Calibri"/>
              </a:rPr>
              <a:t>Theme</a:t>
            </a:r>
            <a:r>
              <a:rPr dirty="0" sz="2400" spc="-35">
                <a:solidFill>
                  <a:srgbClr val="62627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62627D"/>
                </a:solidFill>
                <a:latin typeface="Calibri"/>
                <a:cs typeface="Calibri"/>
              </a:rPr>
              <a:t>ID</a:t>
            </a:r>
            <a:r>
              <a:rPr dirty="0" sz="2400" spc="-35">
                <a:solidFill>
                  <a:srgbClr val="62627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62627D"/>
                </a:solidFill>
                <a:latin typeface="Calibri"/>
                <a:cs typeface="Calibri"/>
              </a:rPr>
              <a:t>-</a:t>
            </a:r>
            <a:r>
              <a:rPr dirty="0" sz="2400" spc="-50">
                <a:solidFill>
                  <a:srgbClr val="62627D"/>
                </a:solidFill>
                <a:latin typeface="Calibri"/>
                <a:cs typeface="Calibri"/>
              </a:rPr>
              <a:t>5</a:t>
            </a:r>
            <a:endParaRPr sz="2400">
              <a:latin typeface="Calibri"/>
              <a:cs typeface="Calibri"/>
            </a:endParaRPr>
          </a:p>
          <a:p>
            <a:pPr marL="446405">
              <a:lnSpc>
                <a:spcPts val="2850"/>
              </a:lnSpc>
            </a:pPr>
            <a:r>
              <a:rPr dirty="0" sz="2400">
                <a:solidFill>
                  <a:srgbClr val="62627D"/>
                </a:solidFill>
                <a:latin typeface="Calibri"/>
                <a:cs typeface="Calibri"/>
              </a:rPr>
              <a:t>Team</a:t>
            </a:r>
            <a:r>
              <a:rPr dirty="0" sz="2400" spc="-55">
                <a:solidFill>
                  <a:srgbClr val="62627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62627D"/>
                </a:solidFill>
                <a:latin typeface="Calibri"/>
                <a:cs typeface="Calibri"/>
              </a:rPr>
              <a:t>Name</a:t>
            </a:r>
            <a:r>
              <a:rPr dirty="0" sz="2400" spc="-55">
                <a:solidFill>
                  <a:srgbClr val="62627D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62627D"/>
                </a:solidFill>
                <a:latin typeface="Calibri"/>
                <a:cs typeface="Calibri"/>
              </a:rPr>
              <a:t>-Dhurandharr</a:t>
            </a:r>
            <a:endParaRPr sz="2400">
              <a:latin typeface="Calibri"/>
              <a:cs typeface="Calibri"/>
            </a:endParaRPr>
          </a:p>
          <a:p>
            <a:pPr marL="446405" marR="2324735">
              <a:lnSpc>
                <a:spcPts val="2850"/>
              </a:lnSpc>
              <a:spcBef>
                <a:spcPts val="105"/>
              </a:spcBef>
            </a:pPr>
            <a:r>
              <a:rPr dirty="0" sz="2400">
                <a:solidFill>
                  <a:srgbClr val="62627D"/>
                </a:solidFill>
                <a:latin typeface="Calibri"/>
                <a:cs typeface="Calibri"/>
              </a:rPr>
              <a:t>College</a:t>
            </a:r>
            <a:r>
              <a:rPr dirty="0" sz="2400" spc="-30">
                <a:solidFill>
                  <a:srgbClr val="62627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62627D"/>
                </a:solidFill>
                <a:latin typeface="Calibri"/>
                <a:cs typeface="Calibri"/>
              </a:rPr>
              <a:t>Name</a:t>
            </a:r>
            <a:r>
              <a:rPr dirty="0" sz="2400" spc="-30">
                <a:solidFill>
                  <a:srgbClr val="62627D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62627D"/>
                </a:solidFill>
                <a:latin typeface="Calibri"/>
                <a:cs typeface="Calibri"/>
              </a:rPr>
              <a:t>-</a:t>
            </a:r>
            <a:r>
              <a:rPr dirty="0" sz="2400">
                <a:solidFill>
                  <a:srgbClr val="62627D"/>
                </a:solidFill>
                <a:latin typeface="Calibri"/>
                <a:cs typeface="Calibri"/>
              </a:rPr>
              <a:t>Thapar</a:t>
            </a:r>
            <a:r>
              <a:rPr dirty="0" sz="2400" spc="-30">
                <a:solidFill>
                  <a:srgbClr val="62627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62627D"/>
                </a:solidFill>
                <a:latin typeface="Calibri"/>
                <a:cs typeface="Calibri"/>
              </a:rPr>
              <a:t>Institute</a:t>
            </a:r>
            <a:r>
              <a:rPr dirty="0" sz="2400" spc="-30">
                <a:solidFill>
                  <a:srgbClr val="62627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62627D"/>
                </a:solidFill>
                <a:latin typeface="Calibri"/>
                <a:cs typeface="Calibri"/>
              </a:rPr>
              <a:t>of</a:t>
            </a:r>
            <a:r>
              <a:rPr dirty="0" sz="2400" spc="-25">
                <a:solidFill>
                  <a:srgbClr val="62627D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62627D"/>
                </a:solidFill>
                <a:latin typeface="Calibri"/>
                <a:cs typeface="Calibri"/>
              </a:rPr>
              <a:t>Technology </a:t>
            </a:r>
            <a:r>
              <a:rPr dirty="0" sz="2400">
                <a:solidFill>
                  <a:srgbClr val="62627D"/>
                </a:solidFill>
                <a:latin typeface="Calibri"/>
                <a:cs typeface="Calibri"/>
              </a:rPr>
              <a:t>Member</a:t>
            </a:r>
            <a:r>
              <a:rPr dirty="0" sz="2400" spc="-45">
                <a:solidFill>
                  <a:srgbClr val="62627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62627D"/>
                </a:solidFill>
                <a:latin typeface="Calibri"/>
                <a:cs typeface="Calibri"/>
              </a:rPr>
              <a:t>Name</a:t>
            </a:r>
            <a:r>
              <a:rPr dirty="0" sz="2400" spc="-40">
                <a:solidFill>
                  <a:srgbClr val="62627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62627D"/>
                </a:solidFill>
                <a:latin typeface="Calibri"/>
                <a:cs typeface="Calibri"/>
              </a:rPr>
              <a:t>&amp;</a:t>
            </a:r>
            <a:r>
              <a:rPr dirty="0" sz="2400" spc="-45">
                <a:solidFill>
                  <a:srgbClr val="62627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62627D"/>
                </a:solidFill>
                <a:latin typeface="Calibri"/>
                <a:cs typeface="Calibri"/>
              </a:rPr>
              <a:t>Email</a:t>
            </a:r>
            <a:r>
              <a:rPr dirty="0" sz="2400" spc="-40">
                <a:solidFill>
                  <a:srgbClr val="62627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62627D"/>
                </a:solidFill>
                <a:latin typeface="Calibri"/>
                <a:cs typeface="Calibri"/>
              </a:rPr>
              <a:t>1-</a:t>
            </a:r>
            <a:r>
              <a:rPr dirty="0" sz="2400" spc="-45">
                <a:solidFill>
                  <a:srgbClr val="62627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62627D"/>
                </a:solidFill>
                <a:latin typeface="Calibri"/>
                <a:cs typeface="Calibri"/>
              </a:rPr>
              <a:t>Vaishnavi</a:t>
            </a:r>
            <a:r>
              <a:rPr dirty="0" sz="2400" spc="-40">
                <a:solidFill>
                  <a:srgbClr val="62627D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62627D"/>
                </a:solidFill>
                <a:latin typeface="Calibri"/>
                <a:cs typeface="Calibri"/>
              </a:rPr>
              <a:t>chaudhary </a:t>
            </a:r>
            <a:r>
              <a:rPr dirty="0" sz="2400" spc="-10">
                <a:solidFill>
                  <a:srgbClr val="62627D"/>
                </a:solidFill>
                <a:latin typeface="Calibri"/>
                <a:cs typeface="Calibri"/>
                <a:hlinkClick r:id="rId3"/>
              </a:rPr>
              <a:t>vchaudhary_be25@thapar.edu</a:t>
            </a:r>
            <a:endParaRPr sz="2400">
              <a:latin typeface="Calibri"/>
              <a:cs typeface="Calibri"/>
            </a:endParaRPr>
          </a:p>
          <a:p>
            <a:pPr marL="446405" marR="3010535">
              <a:lnSpc>
                <a:spcPts val="2850"/>
              </a:lnSpc>
            </a:pPr>
            <a:r>
              <a:rPr dirty="0" sz="2400">
                <a:solidFill>
                  <a:srgbClr val="62627D"/>
                </a:solidFill>
                <a:latin typeface="Calibri"/>
                <a:cs typeface="Calibri"/>
              </a:rPr>
              <a:t>Member</a:t>
            </a:r>
            <a:r>
              <a:rPr dirty="0" sz="2400" spc="-35">
                <a:solidFill>
                  <a:srgbClr val="62627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62627D"/>
                </a:solidFill>
                <a:latin typeface="Calibri"/>
                <a:cs typeface="Calibri"/>
              </a:rPr>
              <a:t>Name</a:t>
            </a:r>
            <a:r>
              <a:rPr dirty="0" sz="2400" spc="-30">
                <a:solidFill>
                  <a:srgbClr val="62627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62627D"/>
                </a:solidFill>
                <a:latin typeface="Calibri"/>
                <a:cs typeface="Calibri"/>
              </a:rPr>
              <a:t>&amp;</a:t>
            </a:r>
            <a:r>
              <a:rPr dirty="0" sz="2400" spc="-35">
                <a:solidFill>
                  <a:srgbClr val="62627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62627D"/>
                </a:solidFill>
                <a:latin typeface="Calibri"/>
                <a:cs typeface="Calibri"/>
              </a:rPr>
              <a:t>Email</a:t>
            </a:r>
            <a:r>
              <a:rPr dirty="0" sz="2400" spc="-30">
                <a:solidFill>
                  <a:srgbClr val="62627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62627D"/>
                </a:solidFill>
                <a:latin typeface="Calibri"/>
                <a:cs typeface="Calibri"/>
              </a:rPr>
              <a:t>2-Shresth</a:t>
            </a:r>
            <a:r>
              <a:rPr dirty="0" sz="2400" spc="-30">
                <a:solidFill>
                  <a:srgbClr val="62627D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62627D"/>
                </a:solidFill>
                <a:latin typeface="Calibri"/>
                <a:cs typeface="Calibri"/>
              </a:rPr>
              <a:t>samyak </a:t>
            </a:r>
            <a:r>
              <a:rPr dirty="0" sz="2400" spc="-10">
                <a:solidFill>
                  <a:srgbClr val="62627D"/>
                </a:solidFill>
                <a:latin typeface="Calibri"/>
                <a:cs typeface="Calibri"/>
                <a:hlinkClick r:id="rId4"/>
              </a:rPr>
              <a:t>ssamyak_be25@thapar.edu</a:t>
            </a:r>
            <a:endParaRPr sz="2400">
              <a:latin typeface="Calibri"/>
              <a:cs typeface="Calibri"/>
            </a:endParaRPr>
          </a:p>
          <a:p>
            <a:pPr marL="446405" marR="5080">
              <a:lnSpc>
                <a:spcPts val="2850"/>
              </a:lnSpc>
            </a:pPr>
            <a:r>
              <a:rPr dirty="0" sz="2400">
                <a:solidFill>
                  <a:srgbClr val="62627D"/>
                </a:solidFill>
                <a:latin typeface="Calibri"/>
                <a:cs typeface="Calibri"/>
              </a:rPr>
              <a:t>Member</a:t>
            </a:r>
            <a:r>
              <a:rPr dirty="0" sz="2400" spc="-35">
                <a:solidFill>
                  <a:srgbClr val="62627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62627D"/>
                </a:solidFill>
                <a:latin typeface="Calibri"/>
                <a:cs typeface="Calibri"/>
              </a:rPr>
              <a:t>Name</a:t>
            </a:r>
            <a:r>
              <a:rPr dirty="0" sz="2400" spc="-35">
                <a:solidFill>
                  <a:srgbClr val="62627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62627D"/>
                </a:solidFill>
                <a:latin typeface="Calibri"/>
                <a:cs typeface="Calibri"/>
              </a:rPr>
              <a:t>&amp;</a:t>
            </a:r>
            <a:r>
              <a:rPr dirty="0" sz="2400" spc="-35">
                <a:solidFill>
                  <a:srgbClr val="62627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62627D"/>
                </a:solidFill>
                <a:latin typeface="Calibri"/>
                <a:cs typeface="Calibri"/>
              </a:rPr>
              <a:t>Email</a:t>
            </a:r>
            <a:r>
              <a:rPr dirty="0" sz="2400" spc="-30">
                <a:solidFill>
                  <a:srgbClr val="62627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62627D"/>
                </a:solidFill>
                <a:latin typeface="Calibri"/>
                <a:cs typeface="Calibri"/>
              </a:rPr>
              <a:t>3-</a:t>
            </a:r>
            <a:r>
              <a:rPr dirty="0" sz="2400" spc="-35">
                <a:solidFill>
                  <a:srgbClr val="62627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62627D"/>
                </a:solidFill>
                <a:latin typeface="Calibri"/>
                <a:cs typeface="Calibri"/>
              </a:rPr>
              <a:t>Tavleen</a:t>
            </a:r>
            <a:r>
              <a:rPr dirty="0" sz="2400" spc="-35">
                <a:solidFill>
                  <a:srgbClr val="62627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62627D"/>
                </a:solidFill>
                <a:latin typeface="Calibri"/>
                <a:cs typeface="Calibri"/>
              </a:rPr>
              <a:t>kaur</a:t>
            </a:r>
            <a:r>
              <a:rPr dirty="0" sz="2400" spc="-35">
                <a:solidFill>
                  <a:srgbClr val="62627D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62627D"/>
                </a:solidFill>
                <a:latin typeface="Calibri"/>
                <a:cs typeface="Calibri"/>
                <a:hlinkClick r:id="rId5"/>
              </a:rPr>
              <a:t>tkaur4_be25@thapar.edu</a:t>
            </a:r>
            <a:r>
              <a:rPr dirty="0" sz="2400" spc="-10">
                <a:solidFill>
                  <a:srgbClr val="62627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62627D"/>
                </a:solidFill>
                <a:latin typeface="Calibri"/>
                <a:cs typeface="Calibri"/>
              </a:rPr>
              <a:t>Member</a:t>
            </a:r>
            <a:r>
              <a:rPr dirty="0" sz="2400" spc="-35">
                <a:solidFill>
                  <a:srgbClr val="62627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62627D"/>
                </a:solidFill>
                <a:latin typeface="Calibri"/>
                <a:cs typeface="Calibri"/>
              </a:rPr>
              <a:t>Name</a:t>
            </a:r>
            <a:r>
              <a:rPr dirty="0" sz="2400" spc="-30">
                <a:solidFill>
                  <a:srgbClr val="62627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62627D"/>
                </a:solidFill>
                <a:latin typeface="Calibri"/>
                <a:cs typeface="Calibri"/>
              </a:rPr>
              <a:t>&amp;</a:t>
            </a:r>
            <a:r>
              <a:rPr dirty="0" sz="2400" spc="-35">
                <a:solidFill>
                  <a:srgbClr val="62627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62627D"/>
                </a:solidFill>
                <a:latin typeface="Calibri"/>
                <a:cs typeface="Calibri"/>
              </a:rPr>
              <a:t>Email</a:t>
            </a:r>
            <a:r>
              <a:rPr dirty="0" sz="2400" spc="-30">
                <a:solidFill>
                  <a:srgbClr val="62627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62627D"/>
                </a:solidFill>
                <a:latin typeface="Calibri"/>
                <a:cs typeface="Calibri"/>
              </a:rPr>
              <a:t>4-Danish</a:t>
            </a:r>
            <a:r>
              <a:rPr dirty="0" sz="2400" spc="-30">
                <a:solidFill>
                  <a:srgbClr val="62627D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62627D"/>
                </a:solidFill>
                <a:latin typeface="Calibri"/>
                <a:cs typeface="Calibri"/>
              </a:rPr>
              <a:t>Dhanjal</a:t>
            </a:r>
            <a:endParaRPr sz="2400">
              <a:latin typeface="Calibri"/>
              <a:cs typeface="Calibri"/>
            </a:endParaRPr>
          </a:p>
          <a:p>
            <a:pPr marL="446405" marR="4681220">
              <a:lnSpc>
                <a:spcPts val="2850"/>
              </a:lnSpc>
            </a:pPr>
            <a:r>
              <a:rPr dirty="0" sz="2400" spc="-10">
                <a:solidFill>
                  <a:srgbClr val="62627D"/>
                </a:solidFill>
                <a:latin typeface="Calibri"/>
                <a:cs typeface="Calibri"/>
                <a:hlinkClick r:id="rId6"/>
              </a:rPr>
              <a:t>ddhanjal_be25@thapar.edu</a:t>
            </a:r>
            <a:r>
              <a:rPr dirty="0" sz="2400" spc="-10">
                <a:solidFill>
                  <a:srgbClr val="62627D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62627D"/>
                </a:solidFill>
                <a:latin typeface="Calibri"/>
                <a:cs typeface="Calibri"/>
              </a:rPr>
              <a:t>Submission Github link </a:t>
            </a:r>
            <a:r>
              <a:rPr dirty="0" sz="2400" spc="-50">
                <a:solidFill>
                  <a:srgbClr val="62627D"/>
                </a:solidFill>
                <a:latin typeface="Calibri"/>
                <a:cs typeface="Calibri"/>
              </a:rPr>
              <a:t>-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588752" y="1577339"/>
            <a:ext cx="6857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Theme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08083" y="81335"/>
            <a:ext cx="1894729" cy="189472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731585" y="61754"/>
            <a:ext cx="11508740" cy="2228850"/>
          </a:xfrm>
          <a:prstGeom prst="rect">
            <a:avLst/>
          </a:prstGeom>
        </p:spPr>
        <p:txBody>
          <a:bodyPr wrap="square" lIns="0" tIns="417830" rIns="0" bIns="0" rtlCol="0" vert="horz">
            <a:spAutoFit/>
          </a:bodyPr>
          <a:lstStyle/>
          <a:p>
            <a:pPr algn="ctr" marR="520065">
              <a:lnSpc>
                <a:spcPct val="100000"/>
              </a:lnSpc>
              <a:spcBef>
                <a:spcPts val="3290"/>
              </a:spcBef>
            </a:pPr>
            <a:r>
              <a:rPr dirty="0" sz="6600" spc="-10" b="1">
                <a:solidFill>
                  <a:srgbClr val="6D28D9"/>
                </a:solidFill>
                <a:latin typeface="Calibri"/>
                <a:cs typeface="Calibri"/>
              </a:rPr>
              <a:t>TRAIL</a:t>
            </a:r>
            <a:endParaRPr sz="6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795"/>
              </a:spcBef>
            </a:pPr>
            <a:r>
              <a:rPr dirty="0" sz="3700" i="1">
                <a:latin typeface="Arial"/>
                <a:cs typeface="Arial"/>
              </a:rPr>
              <a:t>The</a:t>
            </a:r>
            <a:r>
              <a:rPr dirty="0" sz="3700" spc="40" i="1">
                <a:latin typeface="Arial"/>
                <a:cs typeface="Arial"/>
              </a:rPr>
              <a:t> </a:t>
            </a:r>
            <a:r>
              <a:rPr dirty="0" sz="3700" i="1">
                <a:latin typeface="Arial"/>
                <a:cs typeface="Arial"/>
              </a:rPr>
              <a:t>Smart</a:t>
            </a:r>
            <a:r>
              <a:rPr dirty="0" sz="3700" spc="45" i="1">
                <a:latin typeface="Arial"/>
                <a:cs typeface="Arial"/>
              </a:rPr>
              <a:t> </a:t>
            </a:r>
            <a:r>
              <a:rPr dirty="0" sz="3700" spc="50" i="1">
                <a:latin typeface="Arial"/>
                <a:cs typeface="Arial"/>
              </a:rPr>
              <a:t>Cursor</a:t>
            </a:r>
            <a:r>
              <a:rPr dirty="0" sz="3700" spc="45" i="1">
                <a:latin typeface="Arial"/>
                <a:cs typeface="Arial"/>
              </a:rPr>
              <a:t> </a:t>
            </a:r>
            <a:r>
              <a:rPr dirty="0" sz="3700" i="1">
                <a:latin typeface="Arial"/>
                <a:cs typeface="Arial"/>
              </a:rPr>
              <a:t>That</a:t>
            </a:r>
            <a:r>
              <a:rPr dirty="0" sz="3700" spc="40" i="1">
                <a:latin typeface="Arial"/>
                <a:cs typeface="Arial"/>
              </a:rPr>
              <a:t> </a:t>
            </a:r>
            <a:r>
              <a:rPr dirty="0" sz="3700" spc="60" i="1">
                <a:latin typeface="Arial"/>
                <a:cs typeface="Arial"/>
              </a:rPr>
              <a:t>Understands</a:t>
            </a:r>
            <a:r>
              <a:rPr dirty="0" sz="3700" spc="45" i="1">
                <a:latin typeface="Arial"/>
                <a:cs typeface="Arial"/>
              </a:rPr>
              <a:t> </a:t>
            </a:r>
            <a:r>
              <a:rPr dirty="0" sz="3700" spc="85" i="1">
                <a:latin typeface="Arial"/>
                <a:cs typeface="Arial"/>
              </a:rPr>
              <a:t>What</a:t>
            </a:r>
            <a:r>
              <a:rPr dirty="0" sz="3700" spc="45" i="1">
                <a:latin typeface="Arial"/>
                <a:cs typeface="Arial"/>
              </a:rPr>
              <a:t> </a:t>
            </a:r>
            <a:r>
              <a:rPr dirty="0" sz="3700" spc="-95" i="1">
                <a:latin typeface="Arial"/>
                <a:cs typeface="Arial"/>
              </a:rPr>
              <a:t>You</a:t>
            </a:r>
            <a:r>
              <a:rPr dirty="0" sz="3700" spc="40" i="1">
                <a:latin typeface="Arial"/>
                <a:cs typeface="Arial"/>
              </a:rPr>
              <a:t> </a:t>
            </a:r>
            <a:r>
              <a:rPr dirty="0" sz="3700" spc="-10" i="1">
                <a:latin typeface="Arial"/>
                <a:cs typeface="Arial"/>
              </a:rPr>
              <a:t>Mean</a:t>
            </a:r>
            <a:r>
              <a:rPr dirty="0" sz="3700" spc="-10" b="1" i="1">
                <a:latin typeface="Times New Roman"/>
                <a:cs typeface="Times New Roman"/>
              </a:rPr>
              <a:t>.</a:t>
            </a:r>
            <a:endParaRPr sz="37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01262" y="9213500"/>
            <a:ext cx="10387965" cy="589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700">
                <a:solidFill>
                  <a:srgbClr val="FF741F"/>
                </a:solidFill>
                <a:latin typeface="Lucida Sans Unicode"/>
                <a:cs typeface="Lucida Sans Unicode"/>
              </a:rPr>
              <a:t>Cursor</a:t>
            </a:r>
            <a:r>
              <a:rPr dirty="0" sz="3700" spc="-125">
                <a:solidFill>
                  <a:srgbClr val="FF741F"/>
                </a:solidFill>
                <a:latin typeface="Lucida Sans Unicode"/>
                <a:cs typeface="Lucida Sans Unicode"/>
              </a:rPr>
              <a:t> </a:t>
            </a:r>
            <a:r>
              <a:rPr dirty="0" sz="3700" spc="50">
                <a:solidFill>
                  <a:srgbClr val="FF741F"/>
                </a:solidFill>
                <a:latin typeface="Lucida Sans Unicode"/>
                <a:cs typeface="Lucida Sans Unicode"/>
              </a:rPr>
              <a:t>aware•</a:t>
            </a:r>
            <a:r>
              <a:rPr dirty="0" sz="3700" spc="-125">
                <a:solidFill>
                  <a:srgbClr val="FF741F"/>
                </a:solidFill>
                <a:latin typeface="Lucida Sans Unicode"/>
                <a:cs typeface="Lucida Sans Unicode"/>
              </a:rPr>
              <a:t> </a:t>
            </a:r>
            <a:r>
              <a:rPr dirty="0" sz="3700" spc="-20">
                <a:solidFill>
                  <a:srgbClr val="FF741F"/>
                </a:solidFill>
                <a:latin typeface="Lucida Sans Unicode"/>
                <a:cs typeface="Lucida Sans Unicode"/>
              </a:rPr>
              <a:t>Context-</a:t>
            </a:r>
            <a:r>
              <a:rPr dirty="0" sz="3700" spc="120">
                <a:solidFill>
                  <a:srgbClr val="FF741F"/>
                </a:solidFill>
                <a:latin typeface="Lucida Sans Unicode"/>
                <a:cs typeface="Lucida Sans Unicode"/>
              </a:rPr>
              <a:t>Aware</a:t>
            </a:r>
            <a:r>
              <a:rPr dirty="0" sz="3700" spc="-125">
                <a:solidFill>
                  <a:srgbClr val="FF741F"/>
                </a:solidFill>
                <a:latin typeface="Lucida Sans Unicode"/>
                <a:cs typeface="Lucida Sans Unicode"/>
              </a:rPr>
              <a:t> </a:t>
            </a:r>
            <a:r>
              <a:rPr dirty="0" sz="3700" spc="-819">
                <a:solidFill>
                  <a:srgbClr val="FF741F"/>
                </a:solidFill>
                <a:latin typeface="Lucida Sans Unicode"/>
                <a:cs typeface="Lucida Sans Unicode"/>
              </a:rPr>
              <a:t>•</a:t>
            </a:r>
            <a:r>
              <a:rPr dirty="0" sz="3700" spc="-125">
                <a:solidFill>
                  <a:srgbClr val="FF741F"/>
                </a:solidFill>
                <a:latin typeface="Lucida Sans Unicode"/>
                <a:cs typeface="Lucida Sans Unicode"/>
              </a:rPr>
              <a:t> </a:t>
            </a:r>
            <a:r>
              <a:rPr dirty="0" sz="3700" spc="-10">
                <a:solidFill>
                  <a:srgbClr val="FF741F"/>
                </a:solidFill>
                <a:latin typeface="Lucida Sans Unicode"/>
                <a:cs typeface="Lucida Sans Unicode"/>
              </a:rPr>
              <a:t>Interruptible</a:t>
            </a:r>
            <a:endParaRPr sz="37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7909" y="290983"/>
            <a:ext cx="9787255" cy="2016760"/>
          </a:xfrm>
          <a:prstGeom prst="rect">
            <a:avLst/>
          </a:prstGeom>
        </p:spPr>
        <p:txBody>
          <a:bodyPr wrap="square" lIns="0" tIns="2794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0"/>
              </a:spcBef>
            </a:pPr>
            <a:r>
              <a:rPr dirty="0" sz="6600" b="1">
                <a:solidFill>
                  <a:srgbClr val="6F4EA6"/>
                </a:solidFill>
                <a:latin typeface="Calibri"/>
                <a:cs typeface="Calibri"/>
              </a:rPr>
              <a:t>Existing</a:t>
            </a:r>
            <a:r>
              <a:rPr dirty="0" sz="6600" spc="-160" b="1">
                <a:solidFill>
                  <a:srgbClr val="6F4EA6"/>
                </a:solidFill>
                <a:latin typeface="Calibri"/>
                <a:cs typeface="Calibri"/>
              </a:rPr>
              <a:t> </a:t>
            </a:r>
            <a:r>
              <a:rPr dirty="0" sz="6600" b="1">
                <a:solidFill>
                  <a:srgbClr val="6F4EA6"/>
                </a:solidFill>
                <a:latin typeface="Calibri"/>
                <a:cs typeface="Calibri"/>
              </a:rPr>
              <a:t>Solutions</a:t>
            </a:r>
            <a:r>
              <a:rPr dirty="0" sz="6600" spc="-155" b="1">
                <a:solidFill>
                  <a:srgbClr val="6F4EA6"/>
                </a:solidFill>
                <a:latin typeface="Calibri"/>
                <a:cs typeface="Calibri"/>
              </a:rPr>
              <a:t> </a:t>
            </a:r>
            <a:r>
              <a:rPr dirty="0" sz="6600" b="1">
                <a:solidFill>
                  <a:srgbClr val="6F4EA6"/>
                </a:solidFill>
                <a:latin typeface="Calibri"/>
                <a:cs typeface="Calibri"/>
              </a:rPr>
              <a:t>&amp;</a:t>
            </a:r>
            <a:r>
              <a:rPr dirty="0" sz="6600" spc="-155" b="1">
                <a:solidFill>
                  <a:srgbClr val="6F4EA6"/>
                </a:solidFill>
                <a:latin typeface="Calibri"/>
                <a:cs typeface="Calibri"/>
              </a:rPr>
              <a:t> </a:t>
            </a:r>
            <a:r>
              <a:rPr dirty="0" sz="6600" spc="-20" b="1">
                <a:solidFill>
                  <a:srgbClr val="6F4EA6"/>
                </a:solidFill>
                <a:latin typeface="Calibri"/>
                <a:cs typeface="Calibri"/>
              </a:rPr>
              <a:t>Gaps</a:t>
            </a:r>
            <a:endParaRPr sz="6600">
              <a:latin typeface="Calibri"/>
              <a:cs typeface="Calibri"/>
            </a:endParaRPr>
          </a:p>
          <a:p>
            <a:pPr marL="655955">
              <a:lnSpc>
                <a:spcPct val="100000"/>
              </a:lnSpc>
              <a:spcBef>
                <a:spcPts val="1210"/>
              </a:spcBef>
            </a:pPr>
            <a:r>
              <a:rPr dirty="0" sz="3700" b="1">
                <a:latin typeface="Calibri"/>
                <a:cs typeface="Calibri"/>
              </a:rPr>
              <a:t>AI</a:t>
            </a:r>
            <a:r>
              <a:rPr dirty="0" sz="3700" spc="-50" b="1">
                <a:latin typeface="Calibri"/>
                <a:cs typeface="Calibri"/>
              </a:rPr>
              <a:t> </a:t>
            </a:r>
            <a:r>
              <a:rPr dirty="0" sz="3700" b="1">
                <a:latin typeface="Calibri"/>
                <a:cs typeface="Calibri"/>
              </a:rPr>
              <a:t>Agents</a:t>
            </a:r>
            <a:r>
              <a:rPr dirty="0" sz="3700" spc="-50" b="1">
                <a:latin typeface="Calibri"/>
                <a:cs typeface="Calibri"/>
              </a:rPr>
              <a:t> </a:t>
            </a:r>
            <a:r>
              <a:rPr dirty="0" sz="3700" b="1">
                <a:latin typeface="Calibri"/>
                <a:cs typeface="Calibri"/>
              </a:rPr>
              <a:t>Still</a:t>
            </a:r>
            <a:r>
              <a:rPr dirty="0" sz="3700" spc="-50" b="1">
                <a:latin typeface="Calibri"/>
                <a:cs typeface="Calibri"/>
              </a:rPr>
              <a:t> </a:t>
            </a:r>
            <a:r>
              <a:rPr dirty="0" sz="3700" b="1">
                <a:latin typeface="Calibri"/>
                <a:cs typeface="Calibri"/>
              </a:rPr>
              <a:t>Expect</a:t>
            </a:r>
            <a:r>
              <a:rPr dirty="0" sz="3700" spc="-50" b="1">
                <a:latin typeface="Calibri"/>
                <a:cs typeface="Calibri"/>
              </a:rPr>
              <a:t> </a:t>
            </a:r>
            <a:r>
              <a:rPr dirty="0" sz="3700" b="1">
                <a:latin typeface="Calibri"/>
                <a:cs typeface="Calibri"/>
              </a:rPr>
              <a:t>you</a:t>
            </a:r>
            <a:r>
              <a:rPr dirty="0" sz="3700" spc="-50" b="1">
                <a:latin typeface="Calibri"/>
                <a:cs typeface="Calibri"/>
              </a:rPr>
              <a:t> </a:t>
            </a:r>
            <a:r>
              <a:rPr dirty="0" sz="3700" b="1">
                <a:latin typeface="Calibri"/>
                <a:cs typeface="Calibri"/>
              </a:rPr>
              <a:t>to</a:t>
            </a:r>
            <a:r>
              <a:rPr dirty="0" sz="3700" spc="-50" b="1">
                <a:latin typeface="Calibri"/>
                <a:cs typeface="Calibri"/>
              </a:rPr>
              <a:t> </a:t>
            </a:r>
            <a:r>
              <a:rPr dirty="0" sz="3700" b="1">
                <a:latin typeface="Calibri"/>
                <a:cs typeface="Calibri"/>
              </a:rPr>
              <a:t>Wait</a:t>
            </a:r>
            <a:r>
              <a:rPr dirty="0" sz="3700" spc="-50" b="1">
                <a:latin typeface="Calibri"/>
                <a:cs typeface="Calibri"/>
              </a:rPr>
              <a:t> </a:t>
            </a:r>
            <a:r>
              <a:rPr dirty="0" sz="3700" b="1">
                <a:latin typeface="Calibri"/>
                <a:cs typeface="Calibri"/>
              </a:rPr>
              <a:t>for</a:t>
            </a:r>
            <a:r>
              <a:rPr dirty="0" sz="3700" spc="-50" b="1">
                <a:latin typeface="Calibri"/>
                <a:cs typeface="Calibri"/>
              </a:rPr>
              <a:t> </a:t>
            </a:r>
            <a:r>
              <a:rPr dirty="0" sz="3700" spc="-40" b="1">
                <a:latin typeface="Calibri"/>
                <a:cs typeface="Calibri"/>
              </a:rPr>
              <a:t>Your</a:t>
            </a:r>
            <a:r>
              <a:rPr dirty="0" sz="3700" spc="-50" b="1">
                <a:latin typeface="Calibri"/>
                <a:cs typeface="Calibri"/>
              </a:rPr>
              <a:t> </a:t>
            </a:r>
            <a:r>
              <a:rPr dirty="0" sz="3700" spc="-20" b="1">
                <a:latin typeface="Calibri"/>
                <a:cs typeface="Calibri"/>
              </a:rPr>
              <a:t>turn</a:t>
            </a:r>
            <a:endParaRPr sz="3700">
              <a:latin typeface="Calibri"/>
              <a:cs typeface="Calibri"/>
            </a:endParaRPr>
          </a:p>
        </p:txBody>
      </p: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11510647" y="382587"/>
            <a:ext cx="1734185" cy="10312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80">
                <a:solidFill>
                  <a:srgbClr val="000000"/>
                </a:solidFill>
              </a:rPr>
              <a:t>Trail: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14032368" y="525970"/>
            <a:ext cx="4037965" cy="2675890"/>
            <a:chOff x="14032368" y="525970"/>
            <a:chExt cx="4037965" cy="2675890"/>
          </a:xfrm>
        </p:grpSpPr>
        <p:sp>
          <p:nvSpPr>
            <p:cNvPr id="13" name="object 13"/>
            <p:cNvSpPr/>
            <p:nvPr/>
          </p:nvSpPr>
          <p:spPr>
            <a:xfrm>
              <a:off x="14075997" y="1481092"/>
              <a:ext cx="3994150" cy="640715"/>
            </a:xfrm>
            <a:custGeom>
              <a:avLst/>
              <a:gdLst/>
              <a:ahLst/>
              <a:cxnLst/>
              <a:rect l="l" t="t" r="r" b="b"/>
              <a:pathLst>
                <a:path w="3994150" h="640714">
                  <a:moveTo>
                    <a:pt x="3993723" y="640196"/>
                  </a:moveTo>
                  <a:lnTo>
                    <a:pt x="0" y="640196"/>
                  </a:lnTo>
                  <a:lnTo>
                    <a:pt x="0" y="0"/>
                  </a:lnTo>
                  <a:lnTo>
                    <a:pt x="3993723" y="0"/>
                  </a:lnTo>
                  <a:lnTo>
                    <a:pt x="3993723" y="640196"/>
                  </a:lnTo>
                  <a:close/>
                </a:path>
              </a:pathLst>
            </a:custGeom>
            <a:solidFill>
              <a:srgbClr val="89D957">
                <a:alpha val="554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4032358" y="525982"/>
              <a:ext cx="3996054" cy="2675255"/>
            </a:xfrm>
            <a:custGeom>
              <a:avLst/>
              <a:gdLst/>
              <a:ahLst/>
              <a:cxnLst/>
              <a:rect l="l" t="t" r="r" b="b"/>
              <a:pathLst>
                <a:path w="3996055" h="2675255">
                  <a:moveTo>
                    <a:pt x="3954068" y="0"/>
                  </a:moveTo>
                  <a:lnTo>
                    <a:pt x="2552" y="0"/>
                  </a:lnTo>
                  <a:lnTo>
                    <a:pt x="2552" y="708393"/>
                  </a:lnTo>
                  <a:lnTo>
                    <a:pt x="3954068" y="708393"/>
                  </a:lnTo>
                  <a:lnTo>
                    <a:pt x="3954068" y="0"/>
                  </a:lnTo>
                  <a:close/>
                </a:path>
                <a:path w="3996055" h="2675255">
                  <a:moveTo>
                    <a:pt x="3995636" y="1976564"/>
                  </a:moveTo>
                  <a:lnTo>
                    <a:pt x="0" y="1976564"/>
                  </a:lnTo>
                  <a:lnTo>
                    <a:pt x="0" y="2675255"/>
                  </a:lnTo>
                  <a:lnTo>
                    <a:pt x="3995636" y="2675255"/>
                  </a:lnTo>
                  <a:lnTo>
                    <a:pt x="3995636" y="1976564"/>
                  </a:lnTo>
                  <a:close/>
                </a:path>
              </a:pathLst>
            </a:custGeom>
            <a:solidFill>
              <a:srgbClr val="D9D3F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14055456" y="748776"/>
            <a:ext cx="393128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62230">
              <a:lnSpc>
                <a:spcPct val="100000"/>
              </a:lnSpc>
              <a:spcBef>
                <a:spcPts val="100"/>
              </a:spcBef>
            </a:pPr>
            <a:r>
              <a:rPr dirty="0" sz="2800" spc="200" b="1">
                <a:latin typeface="Arial"/>
                <a:cs typeface="Arial"/>
              </a:rPr>
              <a:t>Point</a:t>
            </a:r>
            <a:endParaRPr sz="2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4055456" y="1527526"/>
            <a:ext cx="4014470" cy="14897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20955">
              <a:lnSpc>
                <a:spcPct val="100000"/>
              </a:lnSpc>
              <a:spcBef>
                <a:spcPts val="100"/>
              </a:spcBef>
            </a:pPr>
            <a:r>
              <a:rPr dirty="0" sz="2800" spc="195" b="1">
                <a:latin typeface="Arial"/>
                <a:cs typeface="Arial"/>
              </a:rPr>
              <a:t>Patch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85"/>
              </a:spcBef>
            </a:pPr>
            <a:endParaRPr sz="2800">
              <a:latin typeface="Arial"/>
              <a:cs typeface="Arial"/>
            </a:endParaRPr>
          </a:p>
          <a:p>
            <a:pPr algn="ctr" marR="14604">
              <a:lnSpc>
                <a:spcPct val="100000"/>
              </a:lnSpc>
              <a:spcBef>
                <a:spcPts val="5"/>
              </a:spcBef>
            </a:pPr>
            <a:r>
              <a:rPr dirty="0" sz="2800" spc="204" b="1">
                <a:latin typeface="Arial"/>
                <a:cs typeface="Arial"/>
              </a:rPr>
              <a:t>Rebind</a:t>
            </a:r>
            <a:endParaRPr sz="2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8655" y="3039371"/>
            <a:ext cx="1746885" cy="741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700" spc="-10" b="1" i="1">
                <a:latin typeface="Calibri"/>
                <a:cs typeface="Calibri"/>
              </a:rPr>
              <a:t>Agents</a:t>
            </a:r>
            <a:endParaRPr sz="47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4075996" y="3448885"/>
            <a:ext cx="3949700" cy="725805"/>
          </a:xfrm>
          <a:prstGeom prst="rect">
            <a:avLst/>
          </a:prstGeom>
          <a:solidFill>
            <a:srgbClr val="D9D3F0"/>
          </a:solidFill>
        </p:spPr>
        <p:txBody>
          <a:bodyPr wrap="square" lIns="0" tIns="72390" rIns="0" bIns="0" rtlCol="0" vert="horz">
            <a:spAutoFit/>
          </a:bodyPr>
          <a:lstStyle/>
          <a:p>
            <a:pPr marL="1044575">
              <a:lnSpc>
                <a:spcPct val="100000"/>
              </a:lnSpc>
              <a:spcBef>
                <a:spcPts val="570"/>
              </a:spcBef>
            </a:pPr>
            <a:r>
              <a:rPr dirty="0" sz="2800" spc="215" b="1">
                <a:latin typeface="Arial"/>
                <a:cs typeface="Arial"/>
              </a:rPr>
              <a:t>Rollback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5890197" y="1184101"/>
            <a:ext cx="158750" cy="2277110"/>
            <a:chOff x="15890197" y="1184101"/>
            <a:chExt cx="158750" cy="2277110"/>
          </a:xfrm>
        </p:grpSpPr>
        <p:sp>
          <p:nvSpPr>
            <p:cNvPr id="19" name="object 19"/>
            <p:cNvSpPr/>
            <p:nvPr/>
          </p:nvSpPr>
          <p:spPr>
            <a:xfrm>
              <a:off x="15969667" y="1203151"/>
              <a:ext cx="4445" cy="254635"/>
            </a:xfrm>
            <a:custGeom>
              <a:avLst/>
              <a:gdLst/>
              <a:ahLst/>
              <a:cxnLst/>
              <a:rect l="l" t="t" r="r" b="b"/>
              <a:pathLst>
                <a:path w="4444" h="254634">
                  <a:moveTo>
                    <a:pt x="4410" y="0"/>
                  </a:moveTo>
                  <a:lnTo>
                    <a:pt x="0" y="254561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893311" y="1447196"/>
              <a:ext cx="152382" cy="115278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5966553" y="2121670"/>
              <a:ext cx="4445" cy="254635"/>
            </a:xfrm>
            <a:custGeom>
              <a:avLst/>
              <a:gdLst/>
              <a:ahLst/>
              <a:cxnLst/>
              <a:rect l="l" t="t" r="r" b="b"/>
              <a:pathLst>
                <a:path w="4444" h="254635">
                  <a:moveTo>
                    <a:pt x="4410" y="0"/>
                  </a:moveTo>
                  <a:lnTo>
                    <a:pt x="0" y="254561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890197" y="2365714"/>
              <a:ext cx="152382" cy="115278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15972779" y="3101675"/>
              <a:ext cx="4445" cy="254635"/>
            </a:xfrm>
            <a:custGeom>
              <a:avLst/>
              <a:gdLst/>
              <a:ahLst/>
              <a:cxnLst/>
              <a:rect l="l" t="t" r="r" b="b"/>
              <a:pathLst>
                <a:path w="4444" h="254635">
                  <a:moveTo>
                    <a:pt x="4410" y="0"/>
                  </a:moveTo>
                  <a:lnTo>
                    <a:pt x="0" y="254561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896423" y="3345720"/>
              <a:ext cx="152382" cy="115278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370609" y="4253648"/>
            <a:ext cx="4256405" cy="1341755"/>
          </a:xfrm>
          <a:prstGeom prst="rect">
            <a:avLst/>
          </a:prstGeom>
          <a:solidFill>
            <a:srgbClr val="D9D3F0"/>
          </a:solidFill>
        </p:spPr>
        <p:txBody>
          <a:bodyPr wrap="square" lIns="0" tIns="147955" rIns="0" bIns="0" rtlCol="0" vert="horz">
            <a:spAutoFit/>
          </a:bodyPr>
          <a:lstStyle/>
          <a:p>
            <a:pPr algn="ctr" marR="81915">
              <a:lnSpc>
                <a:spcPts val="4315"/>
              </a:lnSpc>
              <a:spcBef>
                <a:spcPts val="1165"/>
              </a:spcBef>
            </a:pPr>
            <a:r>
              <a:rPr dirty="0" sz="3750" spc="-20">
                <a:latin typeface="Arial Black"/>
                <a:cs typeface="Arial Black"/>
              </a:rPr>
              <a:t>Wait</a:t>
            </a:r>
            <a:endParaRPr sz="3750">
              <a:latin typeface="Arial Black"/>
              <a:cs typeface="Arial Black"/>
            </a:endParaRPr>
          </a:p>
          <a:p>
            <a:pPr algn="ctr" marL="22860">
              <a:lnSpc>
                <a:spcPts val="2515"/>
              </a:lnSpc>
            </a:pPr>
            <a:r>
              <a:rPr dirty="0" sz="2250" spc="95" i="1">
                <a:latin typeface="Arial"/>
                <a:cs typeface="Arial"/>
              </a:rPr>
              <a:t>Listen-</a:t>
            </a:r>
            <a:r>
              <a:rPr dirty="0" sz="2250" i="1">
                <a:latin typeface="Arial"/>
                <a:cs typeface="Arial"/>
              </a:rPr>
              <a:t>&gt;Think-</a:t>
            </a:r>
            <a:r>
              <a:rPr dirty="0" sz="2250" spc="-10" i="1">
                <a:latin typeface="Arial"/>
                <a:cs typeface="Arial"/>
              </a:rPr>
              <a:t>&gt;Speak</a:t>
            </a:r>
            <a:endParaRPr sz="22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4440" y="6126480"/>
            <a:ext cx="4232910" cy="1304290"/>
          </a:xfrm>
          <a:prstGeom prst="rect">
            <a:avLst/>
          </a:prstGeom>
          <a:solidFill>
            <a:srgbClr val="86DE17">
              <a:alpha val="49499"/>
            </a:srgbClr>
          </a:solidFill>
        </p:spPr>
        <p:txBody>
          <a:bodyPr wrap="square" lIns="0" tIns="175895" rIns="0" bIns="0" rtlCol="0" vert="horz">
            <a:spAutoFit/>
          </a:bodyPr>
          <a:lstStyle/>
          <a:p>
            <a:pPr marL="1268095">
              <a:lnSpc>
                <a:spcPct val="100000"/>
              </a:lnSpc>
              <a:spcBef>
                <a:spcPts val="1385"/>
              </a:spcBef>
            </a:pPr>
            <a:r>
              <a:rPr dirty="0" sz="3750" spc="-10" b="1">
                <a:latin typeface="Calibri"/>
                <a:cs typeface="Calibri"/>
              </a:rPr>
              <a:t>Restart</a:t>
            </a:r>
            <a:endParaRPr sz="3750">
              <a:latin typeface="Calibri"/>
              <a:cs typeface="Calibri"/>
            </a:endParaRPr>
          </a:p>
          <a:p>
            <a:pPr marL="186690">
              <a:lnSpc>
                <a:spcPct val="100000"/>
              </a:lnSpc>
              <a:spcBef>
                <a:spcPts val="195"/>
              </a:spcBef>
            </a:pPr>
            <a:r>
              <a:rPr dirty="0" sz="1850" spc="90">
                <a:latin typeface="Verdana"/>
                <a:cs typeface="Verdana"/>
              </a:rPr>
              <a:t>New</a:t>
            </a:r>
            <a:r>
              <a:rPr dirty="0" sz="1850" spc="-80">
                <a:latin typeface="Verdana"/>
                <a:cs typeface="Verdana"/>
              </a:rPr>
              <a:t> </a:t>
            </a:r>
            <a:r>
              <a:rPr dirty="0" sz="1850" spc="-10">
                <a:latin typeface="Verdana"/>
                <a:cs typeface="Verdana"/>
              </a:rPr>
              <a:t>info-</a:t>
            </a:r>
            <a:r>
              <a:rPr dirty="0" sz="1850" spc="-50">
                <a:latin typeface="Verdana"/>
                <a:cs typeface="Verdana"/>
              </a:rPr>
              <a:t>&gt;Cancel-</a:t>
            </a:r>
            <a:r>
              <a:rPr dirty="0" sz="1850" spc="-90">
                <a:latin typeface="Verdana"/>
                <a:cs typeface="Verdana"/>
              </a:rPr>
              <a:t>&gt;Start</a:t>
            </a:r>
            <a:r>
              <a:rPr dirty="0" sz="1850" spc="-75">
                <a:latin typeface="Verdana"/>
                <a:cs typeface="Verdana"/>
              </a:rPr>
              <a:t> </a:t>
            </a:r>
            <a:r>
              <a:rPr dirty="0" sz="1850" spc="45">
                <a:latin typeface="Verdana"/>
                <a:cs typeface="Verdana"/>
              </a:rPr>
              <a:t>Again</a:t>
            </a:r>
            <a:endParaRPr sz="185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70609" y="7982760"/>
            <a:ext cx="4255135" cy="1275715"/>
          </a:xfrm>
          <a:prstGeom prst="rect">
            <a:avLst/>
          </a:prstGeom>
          <a:solidFill>
            <a:srgbClr val="D9D3F0"/>
          </a:solidFill>
        </p:spPr>
        <p:txBody>
          <a:bodyPr wrap="square" lIns="0" tIns="133350" rIns="0" bIns="0" rtlCol="0" vert="horz">
            <a:spAutoFit/>
          </a:bodyPr>
          <a:lstStyle/>
          <a:p>
            <a:pPr algn="ctr" marR="19050">
              <a:lnSpc>
                <a:spcPct val="100000"/>
              </a:lnSpc>
              <a:spcBef>
                <a:spcPts val="1050"/>
              </a:spcBef>
            </a:pPr>
            <a:r>
              <a:rPr dirty="0" sz="3750" spc="-10" b="1">
                <a:latin typeface="Calibri"/>
                <a:cs typeface="Calibri"/>
              </a:rPr>
              <a:t>Forget</a:t>
            </a:r>
            <a:endParaRPr sz="3750">
              <a:latin typeface="Calibri"/>
              <a:cs typeface="Calibri"/>
            </a:endParaRPr>
          </a:p>
          <a:p>
            <a:pPr algn="ctr" marL="15240">
              <a:lnSpc>
                <a:spcPct val="100000"/>
              </a:lnSpc>
              <a:spcBef>
                <a:spcPts val="100"/>
              </a:spcBef>
            </a:pPr>
            <a:r>
              <a:rPr dirty="0" sz="2000" spc="-10">
                <a:latin typeface="Verdana"/>
                <a:cs typeface="Verdana"/>
              </a:rPr>
              <a:t>Goal</a:t>
            </a:r>
            <a:r>
              <a:rPr dirty="0" sz="2000" spc="-114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changes-</a:t>
            </a:r>
            <a:r>
              <a:rPr dirty="0" sz="2000" spc="-75">
                <a:latin typeface="Verdana"/>
                <a:cs typeface="Verdana"/>
              </a:rPr>
              <a:t>&gt;Context</a:t>
            </a:r>
            <a:r>
              <a:rPr dirty="0" sz="2000" spc="-11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gets</a:t>
            </a:r>
            <a:r>
              <a:rPr dirty="0" sz="2000" spc="-110">
                <a:latin typeface="Verdana"/>
                <a:cs typeface="Verdana"/>
              </a:rPr>
              <a:t> </a:t>
            </a:r>
            <a:r>
              <a:rPr dirty="0" sz="2000" spc="-20">
                <a:latin typeface="Verdana"/>
                <a:cs typeface="Verdana"/>
              </a:rPr>
              <a:t>lost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563709" y="3856171"/>
            <a:ext cx="6699884" cy="6073775"/>
            <a:chOff x="5563709" y="3856171"/>
            <a:chExt cx="6699884" cy="60737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63709" y="3856171"/>
              <a:ext cx="5143499" cy="580072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879851" y="8468054"/>
              <a:ext cx="2383790" cy="1462405"/>
            </a:xfrm>
            <a:custGeom>
              <a:avLst/>
              <a:gdLst/>
              <a:ahLst/>
              <a:cxnLst/>
              <a:rect l="l" t="t" r="r" b="b"/>
              <a:pathLst>
                <a:path w="2383790" h="1462404">
                  <a:moveTo>
                    <a:pt x="2383612" y="1119187"/>
                  </a:moveTo>
                  <a:lnTo>
                    <a:pt x="2354186" y="1094740"/>
                  </a:lnTo>
                  <a:lnTo>
                    <a:pt x="2033282" y="1155306"/>
                  </a:lnTo>
                  <a:lnTo>
                    <a:pt x="2029320" y="1155941"/>
                  </a:lnTo>
                  <a:lnTo>
                    <a:pt x="2008073" y="1186180"/>
                  </a:lnTo>
                  <a:lnTo>
                    <a:pt x="2009571" y="1194054"/>
                  </a:lnTo>
                  <a:lnTo>
                    <a:pt x="2036533" y="1214501"/>
                  </a:lnTo>
                  <a:lnTo>
                    <a:pt x="2040470" y="1214450"/>
                  </a:lnTo>
                  <a:lnTo>
                    <a:pt x="2044382" y="1213599"/>
                  </a:lnTo>
                  <a:lnTo>
                    <a:pt x="2236178" y="1177404"/>
                  </a:lnTo>
                  <a:lnTo>
                    <a:pt x="2203831" y="1199362"/>
                  </a:lnTo>
                  <a:lnTo>
                    <a:pt x="2156091" y="1229753"/>
                  </a:lnTo>
                  <a:lnTo>
                    <a:pt x="2101710" y="1261135"/>
                  </a:lnTo>
                  <a:lnTo>
                    <a:pt x="2040534" y="1292250"/>
                  </a:lnTo>
                  <a:lnTo>
                    <a:pt x="1972360" y="1321790"/>
                  </a:lnTo>
                  <a:lnTo>
                    <a:pt x="1935594" y="1335582"/>
                  </a:lnTo>
                  <a:lnTo>
                    <a:pt x="1897024" y="1348498"/>
                  </a:lnTo>
                  <a:lnTo>
                    <a:pt x="1856625" y="1360385"/>
                  </a:lnTo>
                  <a:lnTo>
                    <a:pt x="1814360" y="1371092"/>
                  </a:lnTo>
                  <a:lnTo>
                    <a:pt x="1770214" y="1380451"/>
                  </a:lnTo>
                  <a:lnTo>
                    <a:pt x="1724177" y="1388287"/>
                  </a:lnTo>
                  <a:lnTo>
                    <a:pt x="1676222" y="1394472"/>
                  </a:lnTo>
                  <a:lnTo>
                    <a:pt x="1626323" y="1398828"/>
                  </a:lnTo>
                  <a:lnTo>
                    <a:pt x="1574457" y="1401191"/>
                  </a:lnTo>
                  <a:lnTo>
                    <a:pt x="1520609" y="1401406"/>
                  </a:lnTo>
                  <a:lnTo>
                    <a:pt x="1464754" y="1399311"/>
                  </a:lnTo>
                  <a:lnTo>
                    <a:pt x="1406855" y="1394752"/>
                  </a:lnTo>
                  <a:lnTo>
                    <a:pt x="1346923" y="1387576"/>
                  </a:lnTo>
                  <a:lnTo>
                    <a:pt x="1284909" y="1377607"/>
                  </a:lnTo>
                  <a:lnTo>
                    <a:pt x="1220800" y="1364691"/>
                  </a:lnTo>
                  <a:lnTo>
                    <a:pt x="1154569" y="1348663"/>
                  </a:lnTo>
                  <a:lnTo>
                    <a:pt x="1086205" y="1329385"/>
                  </a:lnTo>
                  <a:lnTo>
                    <a:pt x="1015682" y="1306677"/>
                  </a:lnTo>
                  <a:lnTo>
                    <a:pt x="942975" y="1280375"/>
                  </a:lnTo>
                  <a:lnTo>
                    <a:pt x="868070" y="1250340"/>
                  </a:lnTo>
                  <a:lnTo>
                    <a:pt x="796798" y="1218349"/>
                  </a:lnTo>
                  <a:lnTo>
                    <a:pt x="729843" y="1184300"/>
                  </a:lnTo>
                  <a:lnTo>
                    <a:pt x="667067" y="1148346"/>
                  </a:lnTo>
                  <a:lnTo>
                    <a:pt x="608342" y="1110665"/>
                  </a:lnTo>
                  <a:lnTo>
                    <a:pt x="553529" y="1071435"/>
                  </a:lnTo>
                  <a:lnTo>
                    <a:pt x="502488" y="1030833"/>
                  </a:lnTo>
                  <a:lnTo>
                    <a:pt x="455091" y="989025"/>
                  </a:lnTo>
                  <a:lnTo>
                    <a:pt x="411200" y="946175"/>
                  </a:lnTo>
                  <a:lnTo>
                    <a:pt x="370687" y="902462"/>
                  </a:lnTo>
                  <a:lnTo>
                    <a:pt x="333400" y="858062"/>
                  </a:lnTo>
                  <a:lnTo>
                    <a:pt x="299224" y="813142"/>
                  </a:lnTo>
                  <a:lnTo>
                    <a:pt x="268008" y="767880"/>
                  </a:lnTo>
                  <a:lnTo>
                    <a:pt x="239636" y="722439"/>
                  </a:lnTo>
                  <a:lnTo>
                    <a:pt x="213956" y="676986"/>
                  </a:lnTo>
                  <a:lnTo>
                    <a:pt x="190842" y="631710"/>
                  </a:lnTo>
                  <a:lnTo>
                    <a:pt x="170154" y="586790"/>
                  </a:lnTo>
                  <a:lnTo>
                    <a:pt x="151765" y="542366"/>
                  </a:lnTo>
                  <a:lnTo>
                    <a:pt x="135521" y="498640"/>
                  </a:lnTo>
                  <a:lnTo>
                    <a:pt x="121323" y="455764"/>
                  </a:lnTo>
                  <a:lnTo>
                    <a:pt x="109004" y="413931"/>
                  </a:lnTo>
                  <a:lnTo>
                    <a:pt x="98437" y="373291"/>
                  </a:lnTo>
                  <a:lnTo>
                    <a:pt x="89496" y="334022"/>
                  </a:lnTo>
                  <a:lnTo>
                    <a:pt x="82042" y="296303"/>
                  </a:lnTo>
                  <a:lnTo>
                    <a:pt x="71056" y="226212"/>
                  </a:lnTo>
                  <a:lnTo>
                    <a:pt x="64389" y="164363"/>
                  </a:lnTo>
                  <a:lnTo>
                    <a:pt x="60972" y="112141"/>
                  </a:lnTo>
                  <a:lnTo>
                    <a:pt x="59740" y="70942"/>
                  </a:lnTo>
                  <a:lnTo>
                    <a:pt x="59588" y="32778"/>
                  </a:lnTo>
                  <a:lnTo>
                    <a:pt x="59461" y="27063"/>
                  </a:lnTo>
                  <a:lnTo>
                    <a:pt x="31838" y="0"/>
                  </a:lnTo>
                  <a:lnTo>
                    <a:pt x="24130" y="482"/>
                  </a:lnTo>
                  <a:lnTo>
                    <a:pt x="0" y="26873"/>
                  </a:lnTo>
                  <a:lnTo>
                    <a:pt x="114" y="30734"/>
                  </a:lnTo>
                  <a:lnTo>
                    <a:pt x="254" y="36271"/>
                  </a:lnTo>
                  <a:lnTo>
                    <a:pt x="774" y="90678"/>
                  </a:lnTo>
                  <a:lnTo>
                    <a:pt x="2679" y="135089"/>
                  </a:lnTo>
                  <a:lnTo>
                    <a:pt x="6946" y="189357"/>
                  </a:lnTo>
                  <a:lnTo>
                    <a:pt x="14516" y="252285"/>
                  </a:lnTo>
                  <a:lnTo>
                    <a:pt x="26352" y="322630"/>
                  </a:lnTo>
                  <a:lnTo>
                    <a:pt x="34150" y="360222"/>
                  </a:lnTo>
                  <a:lnTo>
                    <a:pt x="43370" y="399199"/>
                  </a:lnTo>
                  <a:lnTo>
                    <a:pt x="54140" y="439445"/>
                  </a:lnTo>
                  <a:lnTo>
                    <a:pt x="66548" y="480783"/>
                  </a:lnTo>
                  <a:lnTo>
                    <a:pt x="80746" y="523062"/>
                  </a:lnTo>
                  <a:lnTo>
                    <a:pt x="96824" y="566153"/>
                  </a:lnTo>
                  <a:lnTo>
                    <a:pt x="114922" y="609879"/>
                  </a:lnTo>
                  <a:lnTo>
                    <a:pt x="135153" y="654088"/>
                  </a:lnTo>
                  <a:lnTo>
                    <a:pt x="157632" y="698652"/>
                  </a:lnTo>
                  <a:lnTo>
                    <a:pt x="182473" y="743407"/>
                  </a:lnTo>
                  <a:lnTo>
                    <a:pt x="209804" y="788187"/>
                  </a:lnTo>
                  <a:lnTo>
                    <a:pt x="239737" y="832866"/>
                  </a:lnTo>
                  <a:lnTo>
                    <a:pt x="272389" y="877277"/>
                  </a:lnTo>
                  <a:lnTo>
                    <a:pt x="307886" y="921270"/>
                  </a:lnTo>
                  <a:lnTo>
                    <a:pt x="346341" y="964692"/>
                  </a:lnTo>
                  <a:lnTo>
                    <a:pt x="387870" y="1007402"/>
                  </a:lnTo>
                  <a:lnTo>
                    <a:pt x="432600" y="1049223"/>
                  </a:lnTo>
                  <a:lnTo>
                    <a:pt x="480644" y="1090041"/>
                  </a:lnTo>
                  <a:lnTo>
                    <a:pt x="532117" y="1129665"/>
                  </a:lnTo>
                  <a:lnTo>
                    <a:pt x="587146" y="1167968"/>
                  </a:lnTo>
                  <a:lnTo>
                    <a:pt x="645845" y="1204798"/>
                  </a:lnTo>
                  <a:lnTo>
                    <a:pt x="708342" y="1239989"/>
                  </a:lnTo>
                  <a:lnTo>
                    <a:pt x="774738" y="1273403"/>
                  </a:lnTo>
                  <a:lnTo>
                    <a:pt x="845159" y="1304886"/>
                  </a:lnTo>
                  <a:lnTo>
                    <a:pt x="920788" y="1335278"/>
                  </a:lnTo>
                  <a:lnTo>
                    <a:pt x="994270" y="1361986"/>
                  </a:lnTo>
                  <a:lnTo>
                    <a:pt x="1065606" y="1385163"/>
                  </a:lnTo>
                  <a:lnTo>
                    <a:pt x="1134821" y="1404962"/>
                  </a:lnTo>
                  <a:lnTo>
                    <a:pt x="1201940" y="1421549"/>
                  </a:lnTo>
                  <a:lnTo>
                    <a:pt x="1266990" y="1435061"/>
                  </a:lnTo>
                  <a:lnTo>
                    <a:pt x="1329969" y="1445653"/>
                  </a:lnTo>
                  <a:lnTo>
                    <a:pt x="1390916" y="1453476"/>
                  </a:lnTo>
                  <a:lnTo>
                    <a:pt x="1449857" y="1458683"/>
                  </a:lnTo>
                  <a:lnTo>
                    <a:pt x="1506804" y="1461439"/>
                  </a:lnTo>
                  <a:lnTo>
                    <a:pt x="1561769" y="1461884"/>
                  </a:lnTo>
                  <a:lnTo>
                    <a:pt x="1614779" y="1460169"/>
                  </a:lnTo>
                  <a:lnTo>
                    <a:pt x="1665871" y="1456448"/>
                  </a:lnTo>
                  <a:lnTo>
                    <a:pt x="1715046" y="1450886"/>
                  </a:lnTo>
                  <a:lnTo>
                    <a:pt x="1762315" y="1443609"/>
                  </a:lnTo>
                  <a:lnTo>
                    <a:pt x="1807730" y="1434795"/>
                  </a:lnTo>
                  <a:lnTo>
                    <a:pt x="1851291" y="1424584"/>
                  </a:lnTo>
                  <a:lnTo>
                    <a:pt x="1893023" y="1413129"/>
                  </a:lnTo>
                  <a:lnTo>
                    <a:pt x="1932952" y="1400581"/>
                  </a:lnTo>
                  <a:lnTo>
                    <a:pt x="1971090" y="1387094"/>
                  </a:lnTo>
                  <a:lnTo>
                    <a:pt x="2007463" y="1372819"/>
                  </a:lnTo>
                  <a:lnTo>
                    <a:pt x="2074989" y="1342529"/>
                  </a:lnTo>
                  <a:lnTo>
                    <a:pt x="2135708" y="1310919"/>
                  </a:lnTo>
                  <a:lnTo>
                    <a:pt x="2189759" y="1279207"/>
                  </a:lnTo>
                  <a:lnTo>
                    <a:pt x="2231872" y="1252194"/>
                  </a:lnTo>
                  <a:lnTo>
                    <a:pt x="2123046" y="1413179"/>
                  </a:lnTo>
                  <a:lnTo>
                    <a:pt x="2120900" y="1416431"/>
                  </a:lnTo>
                  <a:lnTo>
                    <a:pt x="2119465" y="1419987"/>
                  </a:lnTo>
                  <a:lnTo>
                    <a:pt x="2117979" y="1427645"/>
                  </a:lnTo>
                  <a:lnTo>
                    <a:pt x="2118004" y="1431467"/>
                  </a:lnTo>
                  <a:lnTo>
                    <a:pt x="2145754" y="1459293"/>
                  </a:lnTo>
                  <a:lnTo>
                    <a:pt x="2149589" y="1459331"/>
                  </a:lnTo>
                  <a:lnTo>
                    <a:pt x="2157285" y="1457896"/>
                  </a:lnTo>
                  <a:lnTo>
                    <a:pt x="2381859" y="1136637"/>
                  </a:lnTo>
                  <a:lnTo>
                    <a:pt x="2383548" y="1131163"/>
                  </a:lnTo>
                  <a:lnTo>
                    <a:pt x="2383612" y="111918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377528" y="5143500"/>
            <a:ext cx="5847511" cy="451487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-12700" y="349250"/>
            <a:ext cx="13197205" cy="10312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Our</a:t>
            </a:r>
            <a:r>
              <a:rPr dirty="0" spc="-150"/>
              <a:t> </a:t>
            </a:r>
            <a:r>
              <a:rPr dirty="0"/>
              <a:t>Solutions</a:t>
            </a:r>
            <a:r>
              <a:rPr dirty="0" spc="-150"/>
              <a:t> </a:t>
            </a:r>
            <a:r>
              <a:rPr dirty="0"/>
              <a:t>&amp;</a:t>
            </a:r>
            <a:r>
              <a:rPr dirty="0" spc="-150"/>
              <a:t> </a:t>
            </a:r>
            <a:r>
              <a:rPr dirty="0"/>
              <a:t>Architecture</a:t>
            </a:r>
            <a:r>
              <a:rPr dirty="0" spc="-150"/>
              <a:t> </a:t>
            </a:r>
            <a:r>
              <a:rPr dirty="0" spc="-10"/>
              <a:t>Diagram</a:t>
            </a:r>
          </a:p>
        </p:txBody>
      </p:sp>
      <p:grpSp>
        <p:nvGrpSpPr>
          <p:cNvPr id="24" name="object 24"/>
          <p:cNvGrpSpPr/>
          <p:nvPr/>
        </p:nvGrpSpPr>
        <p:grpSpPr>
          <a:xfrm>
            <a:off x="279796" y="1912253"/>
            <a:ext cx="3293110" cy="8087359"/>
            <a:chOff x="279796" y="1912253"/>
            <a:chExt cx="3293110" cy="8087359"/>
          </a:xfrm>
        </p:grpSpPr>
        <p:sp>
          <p:nvSpPr>
            <p:cNvPr id="25" name="object 25"/>
            <p:cNvSpPr/>
            <p:nvPr/>
          </p:nvSpPr>
          <p:spPr>
            <a:xfrm>
              <a:off x="486754" y="7299001"/>
              <a:ext cx="3086100" cy="2700655"/>
            </a:xfrm>
            <a:custGeom>
              <a:avLst/>
              <a:gdLst/>
              <a:ahLst/>
              <a:cxnLst/>
              <a:rect l="l" t="t" r="r" b="b"/>
              <a:pathLst>
                <a:path w="3086100" h="2700654">
                  <a:moveTo>
                    <a:pt x="3086100" y="2700337"/>
                  </a:moveTo>
                  <a:lnTo>
                    <a:pt x="0" y="2700337"/>
                  </a:lnTo>
                  <a:lnTo>
                    <a:pt x="1543050" y="0"/>
                  </a:lnTo>
                  <a:lnTo>
                    <a:pt x="3086100" y="2700337"/>
                  </a:lnTo>
                  <a:close/>
                </a:path>
              </a:pathLst>
            </a:custGeom>
            <a:solidFill>
              <a:srgbClr val="94C331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279793" y="1912263"/>
              <a:ext cx="3133090" cy="5358765"/>
            </a:xfrm>
            <a:custGeom>
              <a:avLst/>
              <a:gdLst/>
              <a:ahLst/>
              <a:cxnLst/>
              <a:rect l="l" t="t" r="r" b="b"/>
              <a:pathLst>
                <a:path w="3133090" h="5358765">
                  <a:moveTo>
                    <a:pt x="3132582" y="2700337"/>
                  </a:moveTo>
                  <a:lnTo>
                    <a:pt x="1589532" y="0"/>
                  </a:lnTo>
                  <a:lnTo>
                    <a:pt x="46482" y="2700337"/>
                  </a:lnTo>
                  <a:lnTo>
                    <a:pt x="1518754" y="2700337"/>
                  </a:lnTo>
                  <a:lnTo>
                    <a:pt x="0" y="5358168"/>
                  </a:lnTo>
                  <a:lnTo>
                    <a:pt x="3086100" y="5358168"/>
                  </a:lnTo>
                  <a:lnTo>
                    <a:pt x="1567332" y="2700337"/>
                  </a:lnTo>
                  <a:lnTo>
                    <a:pt x="3132582" y="2700337"/>
                  </a:lnTo>
                  <a:close/>
                </a:path>
              </a:pathLst>
            </a:custGeom>
            <a:solidFill>
              <a:srgbClr val="D9D3F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1639918" y="1271365"/>
            <a:ext cx="9362440" cy="650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100" spc="-45" b="1">
                <a:latin typeface="Calibri"/>
                <a:cs typeface="Calibri"/>
              </a:rPr>
              <a:t>Trail</a:t>
            </a:r>
            <a:r>
              <a:rPr dirty="0" sz="4100" spc="-95" b="1">
                <a:latin typeface="Calibri"/>
                <a:cs typeface="Calibri"/>
              </a:rPr>
              <a:t> </a:t>
            </a:r>
            <a:r>
              <a:rPr dirty="0" sz="4100" b="1">
                <a:latin typeface="Calibri"/>
                <a:cs typeface="Calibri"/>
              </a:rPr>
              <a:t>turns</a:t>
            </a:r>
            <a:r>
              <a:rPr dirty="0" sz="4100" spc="-95" b="1">
                <a:latin typeface="Calibri"/>
                <a:cs typeface="Calibri"/>
              </a:rPr>
              <a:t> </a:t>
            </a:r>
            <a:r>
              <a:rPr dirty="0" sz="4100" b="1">
                <a:latin typeface="Calibri"/>
                <a:cs typeface="Calibri"/>
              </a:rPr>
              <a:t>every</a:t>
            </a:r>
            <a:r>
              <a:rPr dirty="0" sz="4100" spc="-95" b="1">
                <a:latin typeface="Calibri"/>
                <a:cs typeface="Calibri"/>
              </a:rPr>
              <a:t> </a:t>
            </a:r>
            <a:r>
              <a:rPr dirty="0" sz="4100" spc="-10" b="1">
                <a:latin typeface="Calibri"/>
                <a:cs typeface="Calibri"/>
              </a:rPr>
              <a:t>interruption</a:t>
            </a:r>
            <a:r>
              <a:rPr dirty="0" sz="4100" spc="-95" b="1">
                <a:latin typeface="Calibri"/>
                <a:cs typeface="Calibri"/>
              </a:rPr>
              <a:t> </a:t>
            </a:r>
            <a:r>
              <a:rPr dirty="0" sz="4100" b="1">
                <a:latin typeface="Calibri"/>
                <a:cs typeface="Calibri"/>
              </a:rPr>
              <a:t>into</a:t>
            </a:r>
            <a:r>
              <a:rPr dirty="0" sz="4100" spc="-95" b="1">
                <a:latin typeface="Calibri"/>
                <a:cs typeface="Calibri"/>
              </a:rPr>
              <a:t> </a:t>
            </a:r>
            <a:r>
              <a:rPr dirty="0" sz="4100" b="1">
                <a:latin typeface="Calibri"/>
                <a:cs typeface="Calibri"/>
              </a:rPr>
              <a:t>an</a:t>
            </a:r>
            <a:r>
              <a:rPr dirty="0" sz="4100" spc="-95" b="1">
                <a:latin typeface="Calibri"/>
                <a:cs typeface="Calibri"/>
              </a:rPr>
              <a:t> </a:t>
            </a:r>
            <a:r>
              <a:rPr dirty="0" sz="4100" spc="-10" b="1">
                <a:latin typeface="Calibri"/>
                <a:cs typeface="Calibri"/>
              </a:rPr>
              <a:t>event.</a:t>
            </a:r>
            <a:endParaRPr sz="41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115377" y="2371575"/>
            <a:ext cx="165544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20" b="1">
                <a:latin typeface="Calibri"/>
                <a:cs typeface="Calibri"/>
              </a:rPr>
              <a:t>Attention</a:t>
            </a:r>
            <a:r>
              <a:rPr dirty="0" sz="2200" spc="-30" b="1">
                <a:latin typeface="Calibri"/>
                <a:cs typeface="Calibri"/>
              </a:rPr>
              <a:t> </a:t>
            </a:r>
            <a:r>
              <a:rPr dirty="0" sz="2200" spc="-20" b="1">
                <a:latin typeface="Calibri"/>
                <a:cs typeface="Calibri"/>
              </a:rPr>
              <a:t>trail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31800" y="2993137"/>
            <a:ext cx="3602354" cy="740410"/>
          </a:xfrm>
          <a:prstGeom prst="rect">
            <a:avLst/>
          </a:prstGeom>
        </p:spPr>
        <p:txBody>
          <a:bodyPr wrap="square" lIns="0" tIns="51435" rIns="0" bIns="0" rtlCol="0" vert="horz">
            <a:spAutoFit/>
          </a:bodyPr>
          <a:lstStyle/>
          <a:p>
            <a:pPr marL="209550">
              <a:lnSpc>
                <a:spcPct val="100000"/>
              </a:lnSpc>
              <a:spcBef>
                <a:spcPts val="405"/>
              </a:spcBef>
            </a:pPr>
            <a:r>
              <a:rPr dirty="0" sz="2200" i="1">
                <a:latin typeface="Calibri"/>
                <a:cs typeface="Calibri"/>
              </a:rPr>
              <a:t>Where</a:t>
            </a:r>
            <a:r>
              <a:rPr dirty="0" sz="2200" spc="-35" i="1">
                <a:latin typeface="Calibri"/>
                <a:cs typeface="Calibri"/>
              </a:rPr>
              <a:t> </a:t>
            </a:r>
            <a:r>
              <a:rPr dirty="0" sz="2200" i="1">
                <a:latin typeface="Calibri"/>
                <a:cs typeface="Calibri"/>
              </a:rPr>
              <a:t>you</a:t>
            </a:r>
            <a:r>
              <a:rPr dirty="0" sz="2200" spc="-30" i="1">
                <a:latin typeface="Calibri"/>
                <a:cs typeface="Calibri"/>
              </a:rPr>
              <a:t> </a:t>
            </a:r>
            <a:r>
              <a:rPr dirty="0" sz="2200" i="1">
                <a:latin typeface="Calibri"/>
                <a:cs typeface="Calibri"/>
              </a:rPr>
              <a:t>point</a:t>
            </a:r>
            <a:r>
              <a:rPr dirty="0" sz="2200" spc="-35" i="1">
                <a:latin typeface="Calibri"/>
                <a:cs typeface="Calibri"/>
              </a:rPr>
              <a:t> </a:t>
            </a:r>
            <a:r>
              <a:rPr dirty="0" sz="2200" i="1">
                <a:latin typeface="Calibri"/>
                <a:cs typeface="Calibri"/>
              </a:rPr>
              <a:t>=</a:t>
            </a:r>
            <a:r>
              <a:rPr dirty="0" sz="2200" spc="-30" i="1">
                <a:latin typeface="Calibri"/>
                <a:cs typeface="Calibri"/>
              </a:rPr>
              <a:t> </a:t>
            </a:r>
            <a:r>
              <a:rPr dirty="0" sz="2200" spc="-10" i="1">
                <a:latin typeface="Calibri"/>
                <a:cs typeface="Calibri"/>
              </a:rPr>
              <a:t>context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 sz="2000">
                <a:latin typeface="Calibri"/>
                <a:cs typeface="Calibri"/>
              </a:rPr>
              <a:t>Hover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→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understand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→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remember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933947" y="2992546"/>
            <a:ext cx="78803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10" b="1">
                <a:latin typeface="Calibri"/>
                <a:cs typeface="Calibri"/>
              </a:rPr>
              <a:t>Input</a:t>
            </a:r>
            <a:endParaRPr sz="27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417663" y="2437329"/>
            <a:ext cx="11870690" cy="7648575"/>
            <a:chOff x="6417663" y="2437329"/>
            <a:chExt cx="11870690" cy="76485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64225" y="2437329"/>
              <a:ext cx="11423774" cy="764857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427188" y="5485797"/>
              <a:ext cx="427355" cy="9525"/>
            </a:xfrm>
            <a:custGeom>
              <a:avLst/>
              <a:gdLst/>
              <a:ahLst/>
              <a:cxnLst/>
              <a:rect l="l" t="t" r="r" b="b"/>
              <a:pathLst>
                <a:path w="427354" h="9525">
                  <a:moveTo>
                    <a:pt x="0" y="9317"/>
                  </a:moveTo>
                  <a:lnTo>
                    <a:pt x="427305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6815780" y="5458060"/>
              <a:ext cx="38735" cy="57150"/>
            </a:xfrm>
            <a:custGeom>
              <a:avLst/>
              <a:gdLst/>
              <a:ahLst/>
              <a:cxnLst/>
              <a:rect l="l" t="t" r="r" b="b"/>
              <a:pathLst>
                <a:path w="38734" h="57150">
                  <a:moveTo>
                    <a:pt x="0" y="0"/>
                  </a:moveTo>
                  <a:lnTo>
                    <a:pt x="38713" y="27737"/>
                  </a:lnTo>
                  <a:lnTo>
                    <a:pt x="1245" y="57136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466466" y="4265550"/>
              <a:ext cx="427355" cy="9525"/>
            </a:xfrm>
            <a:custGeom>
              <a:avLst/>
              <a:gdLst/>
              <a:ahLst/>
              <a:cxnLst/>
              <a:rect l="l" t="t" r="r" b="b"/>
              <a:pathLst>
                <a:path w="427354" h="9525">
                  <a:moveTo>
                    <a:pt x="0" y="9317"/>
                  </a:moveTo>
                  <a:lnTo>
                    <a:pt x="427305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855058" y="4237812"/>
              <a:ext cx="38735" cy="57150"/>
            </a:xfrm>
            <a:custGeom>
              <a:avLst/>
              <a:gdLst/>
              <a:ahLst/>
              <a:cxnLst/>
              <a:rect l="l" t="t" r="r" b="b"/>
              <a:pathLst>
                <a:path w="38734" h="57150">
                  <a:moveTo>
                    <a:pt x="0" y="0"/>
                  </a:moveTo>
                  <a:lnTo>
                    <a:pt x="38713" y="27737"/>
                  </a:lnTo>
                  <a:lnTo>
                    <a:pt x="1245" y="57136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/>
          <p:cNvGrpSpPr/>
          <p:nvPr/>
        </p:nvGrpSpPr>
        <p:grpSpPr>
          <a:xfrm>
            <a:off x="6239150" y="3023816"/>
            <a:ext cx="446405" cy="76200"/>
            <a:chOff x="6239150" y="3023816"/>
            <a:chExt cx="446405" cy="76200"/>
          </a:xfrm>
        </p:grpSpPr>
        <p:sp>
          <p:nvSpPr>
            <p:cNvPr id="10" name="object 10"/>
            <p:cNvSpPr/>
            <p:nvPr/>
          </p:nvSpPr>
          <p:spPr>
            <a:xfrm>
              <a:off x="6248675" y="3061079"/>
              <a:ext cx="427355" cy="9525"/>
            </a:xfrm>
            <a:custGeom>
              <a:avLst/>
              <a:gdLst/>
              <a:ahLst/>
              <a:cxnLst/>
              <a:rect l="l" t="t" r="r" b="b"/>
              <a:pathLst>
                <a:path w="427354" h="9525">
                  <a:moveTo>
                    <a:pt x="0" y="9317"/>
                  </a:moveTo>
                  <a:lnTo>
                    <a:pt x="427305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6637267" y="3033341"/>
              <a:ext cx="38735" cy="57150"/>
            </a:xfrm>
            <a:custGeom>
              <a:avLst/>
              <a:gdLst/>
              <a:ahLst/>
              <a:cxnLst/>
              <a:rect l="l" t="t" r="r" b="b"/>
              <a:pathLst>
                <a:path w="38734" h="57150">
                  <a:moveTo>
                    <a:pt x="0" y="0"/>
                  </a:moveTo>
                  <a:lnTo>
                    <a:pt x="38713" y="27737"/>
                  </a:lnTo>
                  <a:lnTo>
                    <a:pt x="1245" y="57136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1115377" y="4027664"/>
            <a:ext cx="5107305" cy="11855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330575">
              <a:lnSpc>
                <a:spcPct val="100000"/>
              </a:lnSpc>
              <a:spcBef>
                <a:spcPts val="110"/>
              </a:spcBef>
            </a:pPr>
            <a:r>
              <a:rPr dirty="0" sz="2450" spc="-10" b="1">
                <a:latin typeface="Calibri"/>
                <a:cs typeface="Calibri"/>
              </a:rPr>
              <a:t>Attention</a:t>
            </a:r>
            <a:r>
              <a:rPr dirty="0" sz="2450" spc="-80" b="1">
                <a:latin typeface="Calibri"/>
                <a:cs typeface="Calibri"/>
              </a:rPr>
              <a:t> </a:t>
            </a:r>
            <a:r>
              <a:rPr dirty="0" sz="2450" spc="-25" b="1">
                <a:latin typeface="Calibri"/>
                <a:cs typeface="Calibri"/>
              </a:rPr>
              <a:t>bus</a:t>
            </a:r>
            <a:endParaRPr sz="24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0"/>
              </a:spcBef>
            </a:pPr>
            <a:endParaRPr sz="2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2200" b="1">
                <a:latin typeface="Calibri"/>
                <a:cs typeface="Calibri"/>
              </a:rPr>
              <a:t>Interrupt</a:t>
            </a:r>
            <a:r>
              <a:rPr dirty="0" sz="2200" spc="-114" b="1">
                <a:latin typeface="Calibri"/>
                <a:cs typeface="Calibri"/>
              </a:rPr>
              <a:t> </a:t>
            </a:r>
            <a:r>
              <a:rPr dirty="0" sz="2200" spc="-10" b="1">
                <a:latin typeface="Calibri"/>
                <a:cs typeface="Calibri"/>
              </a:rPr>
              <a:t>arbiter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254871" y="5261817"/>
            <a:ext cx="1812925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spc="-10" b="1">
                <a:latin typeface="Calibri"/>
                <a:cs typeface="Calibri"/>
              </a:rPr>
              <a:t>Understanding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74054" y="5473415"/>
            <a:ext cx="3686175" cy="930275"/>
          </a:xfrm>
          <a:prstGeom prst="rect">
            <a:avLst/>
          </a:prstGeom>
        </p:spPr>
        <p:txBody>
          <a:bodyPr wrap="square" lIns="0" tIns="12953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dirty="0" sz="2200" i="1">
                <a:latin typeface="Calibri"/>
                <a:cs typeface="Calibri"/>
              </a:rPr>
              <a:t>Every</a:t>
            </a:r>
            <a:r>
              <a:rPr dirty="0" sz="2200" spc="-70" i="1">
                <a:latin typeface="Calibri"/>
                <a:cs typeface="Calibri"/>
              </a:rPr>
              <a:t> </a:t>
            </a:r>
            <a:r>
              <a:rPr dirty="0" sz="2200" i="1">
                <a:latin typeface="Calibri"/>
                <a:cs typeface="Calibri"/>
              </a:rPr>
              <a:t>interruption</a:t>
            </a:r>
            <a:r>
              <a:rPr dirty="0" sz="2200" spc="-70" i="1">
                <a:latin typeface="Calibri"/>
                <a:cs typeface="Calibri"/>
              </a:rPr>
              <a:t> </a:t>
            </a:r>
            <a:r>
              <a:rPr dirty="0" sz="2200" i="1">
                <a:latin typeface="Calibri"/>
                <a:cs typeface="Calibri"/>
              </a:rPr>
              <a:t>gets</a:t>
            </a:r>
            <a:r>
              <a:rPr dirty="0" sz="2200" spc="-70" i="1">
                <a:latin typeface="Calibri"/>
                <a:cs typeface="Calibri"/>
              </a:rPr>
              <a:t> </a:t>
            </a:r>
            <a:r>
              <a:rPr dirty="0" sz="2200" spc="-10" i="1">
                <a:latin typeface="Calibri"/>
                <a:cs typeface="Calibri"/>
              </a:rPr>
              <a:t>classified</a:t>
            </a:r>
            <a:endParaRPr sz="2200">
              <a:latin typeface="Calibri"/>
              <a:cs typeface="Calibri"/>
            </a:endParaRPr>
          </a:p>
          <a:p>
            <a:pPr marL="97155">
              <a:lnSpc>
                <a:spcPct val="100000"/>
              </a:lnSpc>
              <a:spcBef>
                <a:spcPts val="919"/>
              </a:spcBef>
            </a:pPr>
            <a:r>
              <a:rPr dirty="0" sz="2200" spc="-10">
                <a:latin typeface="Calibri"/>
                <a:cs typeface="Calibri"/>
              </a:rPr>
              <a:t>Resume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•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Patch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•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Park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•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Stop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295892" y="6292655"/>
            <a:ext cx="1503680" cy="655955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288925" marR="5080" indent="-276860">
              <a:lnSpc>
                <a:spcPts val="2330"/>
              </a:lnSpc>
              <a:spcBef>
                <a:spcPts val="434"/>
              </a:spcBef>
            </a:pPr>
            <a:r>
              <a:rPr dirty="0" sz="2200" spc="-10" b="1">
                <a:latin typeface="Calibri"/>
                <a:cs typeface="Calibri"/>
              </a:rPr>
              <a:t>Interruptible Runtime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020735" y="6614343"/>
            <a:ext cx="446405" cy="76200"/>
            <a:chOff x="6020735" y="6614343"/>
            <a:chExt cx="446405" cy="76200"/>
          </a:xfrm>
        </p:grpSpPr>
        <p:sp>
          <p:nvSpPr>
            <p:cNvPr id="22" name="object 22"/>
            <p:cNvSpPr/>
            <p:nvPr/>
          </p:nvSpPr>
          <p:spPr>
            <a:xfrm>
              <a:off x="6030260" y="6651606"/>
              <a:ext cx="427355" cy="9525"/>
            </a:xfrm>
            <a:custGeom>
              <a:avLst/>
              <a:gdLst/>
              <a:ahLst/>
              <a:cxnLst/>
              <a:rect l="l" t="t" r="r" b="b"/>
              <a:pathLst>
                <a:path w="427354" h="9525">
                  <a:moveTo>
                    <a:pt x="0" y="9317"/>
                  </a:moveTo>
                  <a:lnTo>
                    <a:pt x="427305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6418852" y="6623868"/>
              <a:ext cx="38735" cy="57150"/>
            </a:xfrm>
            <a:custGeom>
              <a:avLst/>
              <a:gdLst/>
              <a:ahLst/>
              <a:cxnLst/>
              <a:rect l="l" t="t" r="r" b="b"/>
              <a:pathLst>
                <a:path w="38735" h="57150">
                  <a:moveTo>
                    <a:pt x="0" y="0"/>
                  </a:moveTo>
                  <a:lnTo>
                    <a:pt x="38713" y="27737"/>
                  </a:lnTo>
                  <a:lnTo>
                    <a:pt x="1245" y="57136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/>
          <p:cNvSpPr txBox="1"/>
          <p:nvPr/>
        </p:nvSpPr>
        <p:spPr>
          <a:xfrm>
            <a:off x="1115377" y="7605386"/>
            <a:ext cx="203517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b="1">
                <a:latin typeface="Calibri"/>
                <a:cs typeface="Calibri"/>
              </a:rPr>
              <a:t>Speculative</a:t>
            </a:r>
            <a:r>
              <a:rPr dirty="0" sz="2200" spc="-125" b="1">
                <a:latin typeface="Calibri"/>
                <a:cs typeface="Calibri"/>
              </a:rPr>
              <a:t> </a:t>
            </a:r>
            <a:r>
              <a:rPr dirty="0" sz="2200" spc="-20" b="1">
                <a:latin typeface="Calibri"/>
                <a:cs typeface="Calibri"/>
              </a:rPr>
              <a:t>Forks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477822" y="7334932"/>
            <a:ext cx="1078230" cy="6642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>
              <a:lnSpc>
                <a:spcPts val="2375"/>
              </a:lnSpc>
              <a:spcBef>
                <a:spcPts val="125"/>
              </a:spcBef>
            </a:pPr>
            <a:r>
              <a:rPr dirty="0" sz="2100" spc="-10" b="1">
                <a:latin typeface="Calibri"/>
                <a:cs typeface="Calibri"/>
              </a:rPr>
              <a:t>Specialist</a:t>
            </a:r>
            <a:endParaRPr sz="2100">
              <a:latin typeface="Calibri"/>
              <a:cs typeface="Calibri"/>
            </a:endParaRPr>
          </a:p>
          <a:p>
            <a:pPr algn="ctr" marL="60960">
              <a:lnSpc>
                <a:spcPts val="2615"/>
              </a:lnSpc>
            </a:pPr>
            <a:r>
              <a:rPr dirty="0" sz="2300" spc="-10" b="1">
                <a:latin typeface="Calibri"/>
                <a:cs typeface="Calibri"/>
              </a:rPr>
              <a:t>agents</a:t>
            </a:r>
            <a:endParaRPr sz="23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238526" y="7634085"/>
            <a:ext cx="446405" cy="76200"/>
            <a:chOff x="6238526" y="7634085"/>
            <a:chExt cx="446405" cy="76200"/>
          </a:xfrm>
        </p:grpSpPr>
        <p:sp>
          <p:nvSpPr>
            <p:cNvPr id="19" name="object 19"/>
            <p:cNvSpPr/>
            <p:nvPr/>
          </p:nvSpPr>
          <p:spPr>
            <a:xfrm>
              <a:off x="6248051" y="7671347"/>
              <a:ext cx="427355" cy="9525"/>
            </a:xfrm>
            <a:custGeom>
              <a:avLst/>
              <a:gdLst/>
              <a:ahLst/>
              <a:cxnLst/>
              <a:rect l="l" t="t" r="r" b="b"/>
              <a:pathLst>
                <a:path w="427354" h="9525">
                  <a:moveTo>
                    <a:pt x="0" y="9317"/>
                  </a:moveTo>
                  <a:lnTo>
                    <a:pt x="427305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6636643" y="7643610"/>
              <a:ext cx="38735" cy="57150"/>
            </a:xfrm>
            <a:custGeom>
              <a:avLst/>
              <a:gdLst/>
              <a:ahLst/>
              <a:cxnLst/>
              <a:rect l="l" t="t" r="r" b="b"/>
              <a:pathLst>
                <a:path w="38734" h="57150">
                  <a:moveTo>
                    <a:pt x="0" y="0"/>
                  </a:moveTo>
                  <a:lnTo>
                    <a:pt x="38713" y="27737"/>
                  </a:lnTo>
                  <a:lnTo>
                    <a:pt x="1245" y="57136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/>
          <p:cNvSpPr txBox="1"/>
          <p:nvPr/>
        </p:nvSpPr>
        <p:spPr>
          <a:xfrm>
            <a:off x="-9163" y="8354314"/>
            <a:ext cx="4204335" cy="935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240"/>
              </a:lnSpc>
              <a:spcBef>
                <a:spcPts val="100"/>
              </a:spcBef>
            </a:pPr>
            <a:r>
              <a:rPr dirty="0" sz="1900" spc="-10" i="1">
                <a:latin typeface="Calibri"/>
                <a:cs typeface="Calibri"/>
              </a:rPr>
              <a:t>2–</a:t>
            </a:r>
            <a:r>
              <a:rPr dirty="0" sz="1900" i="1">
                <a:latin typeface="Calibri"/>
                <a:cs typeface="Calibri"/>
              </a:rPr>
              <a:t>3</a:t>
            </a:r>
            <a:r>
              <a:rPr dirty="0" sz="1900" spc="-40" i="1">
                <a:latin typeface="Calibri"/>
                <a:cs typeface="Calibri"/>
              </a:rPr>
              <a:t> </a:t>
            </a:r>
            <a:r>
              <a:rPr dirty="0" sz="1900" i="1">
                <a:latin typeface="Calibri"/>
                <a:cs typeface="Calibri"/>
              </a:rPr>
              <a:t>likely</a:t>
            </a:r>
            <a:r>
              <a:rPr dirty="0" sz="1900" spc="-40" i="1">
                <a:latin typeface="Calibri"/>
                <a:cs typeface="Calibri"/>
              </a:rPr>
              <a:t> </a:t>
            </a:r>
            <a:r>
              <a:rPr dirty="0" sz="1900" spc="-10" i="1">
                <a:latin typeface="Calibri"/>
                <a:cs typeface="Calibri"/>
              </a:rPr>
              <a:t>alternatives</a:t>
            </a:r>
            <a:r>
              <a:rPr dirty="0" sz="1900" spc="-40" i="1">
                <a:latin typeface="Calibri"/>
                <a:cs typeface="Calibri"/>
              </a:rPr>
              <a:t> </a:t>
            </a:r>
            <a:r>
              <a:rPr dirty="0" sz="1900" i="1">
                <a:latin typeface="Calibri"/>
                <a:cs typeface="Calibri"/>
              </a:rPr>
              <a:t>computed</a:t>
            </a:r>
            <a:r>
              <a:rPr dirty="0" sz="1900" spc="-40" i="1">
                <a:latin typeface="Calibri"/>
                <a:cs typeface="Calibri"/>
              </a:rPr>
              <a:t> </a:t>
            </a:r>
            <a:r>
              <a:rPr dirty="0" sz="1900" i="1">
                <a:latin typeface="Calibri"/>
                <a:cs typeface="Calibri"/>
              </a:rPr>
              <a:t>in</a:t>
            </a:r>
            <a:r>
              <a:rPr dirty="0" sz="1900" spc="-40" i="1">
                <a:latin typeface="Calibri"/>
                <a:cs typeface="Calibri"/>
              </a:rPr>
              <a:t> </a:t>
            </a:r>
            <a:r>
              <a:rPr dirty="0" sz="1900" spc="-10" i="1">
                <a:latin typeface="Calibri"/>
                <a:cs typeface="Calibri"/>
              </a:rPr>
              <a:t>parallel</a:t>
            </a:r>
            <a:endParaRPr sz="1900">
              <a:latin typeface="Calibri"/>
              <a:cs typeface="Calibri"/>
            </a:endParaRPr>
          </a:p>
          <a:p>
            <a:pPr marL="1565910" marR="158115" indent="-1108075">
              <a:lnSpc>
                <a:spcPts val="2330"/>
              </a:lnSpc>
              <a:spcBef>
                <a:spcPts val="290"/>
              </a:spcBef>
            </a:pPr>
            <a:r>
              <a:rPr dirty="0" sz="2200">
                <a:latin typeface="Calibri"/>
                <a:cs typeface="Calibri"/>
              </a:rPr>
              <a:t>Predict</a:t>
            </a:r>
            <a:r>
              <a:rPr dirty="0" sz="2200" spc="-7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likely</a:t>
            </a:r>
            <a:r>
              <a:rPr dirty="0" sz="2200" spc="-7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corrections</a:t>
            </a:r>
            <a:r>
              <a:rPr dirty="0" sz="2200" spc="-7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before </a:t>
            </a:r>
            <a:r>
              <a:rPr dirty="0" sz="2200">
                <a:latin typeface="Calibri"/>
                <a:cs typeface="Calibri"/>
              </a:rPr>
              <a:t>they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happen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452578" y="8404362"/>
            <a:ext cx="141795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10" b="1">
                <a:latin typeface="Calibri"/>
                <a:cs typeface="Calibri"/>
              </a:rPr>
              <a:t>Governance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238735" y="8410616"/>
            <a:ext cx="446405" cy="76200"/>
            <a:chOff x="6238735" y="8410616"/>
            <a:chExt cx="446405" cy="76200"/>
          </a:xfrm>
        </p:grpSpPr>
        <p:sp>
          <p:nvSpPr>
            <p:cNvPr id="16" name="object 16"/>
            <p:cNvSpPr/>
            <p:nvPr/>
          </p:nvSpPr>
          <p:spPr>
            <a:xfrm>
              <a:off x="6248260" y="8447878"/>
              <a:ext cx="427355" cy="9525"/>
            </a:xfrm>
            <a:custGeom>
              <a:avLst/>
              <a:gdLst/>
              <a:ahLst/>
              <a:cxnLst/>
              <a:rect l="l" t="t" r="r" b="b"/>
              <a:pathLst>
                <a:path w="427354" h="9525">
                  <a:moveTo>
                    <a:pt x="0" y="9317"/>
                  </a:moveTo>
                  <a:lnTo>
                    <a:pt x="427305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6636851" y="8420141"/>
              <a:ext cx="38735" cy="57150"/>
            </a:xfrm>
            <a:custGeom>
              <a:avLst/>
              <a:gdLst/>
              <a:ahLst/>
              <a:cxnLst/>
              <a:rect l="l" t="t" r="r" b="b"/>
              <a:pathLst>
                <a:path w="38734" h="57150">
                  <a:moveTo>
                    <a:pt x="0" y="0"/>
                  </a:moveTo>
                  <a:lnTo>
                    <a:pt x="38713" y="27737"/>
                  </a:lnTo>
                  <a:lnTo>
                    <a:pt x="1245" y="57136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4542324" y="9192545"/>
            <a:ext cx="969644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10" b="1">
                <a:latin typeface="Calibri"/>
                <a:cs typeface="Calibri"/>
              </a:rPr>
              <a:t>Outputs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093152" y="9410979"/>
            <a:ext cx="446405" cy="76200"/>
            <a:chOff x="6093152" y="9410979"/>
            <a:chExt cx="446405" cy="76200"/>
          </a:xfrm>
        </p:grpSpPr>
        <p:sp>
          <p:nvSpPr>
            <p:cNvPr id="13" name="object 13"/>
            <p:cNvSpPr/>
            <p:nvPr/>
          </p:nvSpPr>
          <p:spPr>
            <a:xfrm>
              <a:off x="6102677" y="9448241"/>
              <a:ext cx="427355" cy="9525"/>
            </a:xfrm>
            <a:custGeom>
              <a:avLst/>
              <a:gdLst/>
              <a:ahLst/>
              <a:cxnLst/>
              <a:rect l="l" t="t" r="r" b="b"/>
              <a:pathLst>
                <a:path w="427354" h="9525">
                  <a:moveTo>
                    <a:pt x="0" y="9317"/>
                  </a:moveTo>
                  <a:lnTo>
                    <a:pt x="427305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6491269" y="9420504"/>
              <a:ext cx="38735" cy="57150"/>
            </a:xfrm>
            <a:custGeom>
              <a:avLst/>
              <a:gdLst/>
              <a:ahLst/>
              <a:cxnLst/>
              <a:rect l="l" t="t" r="r" b="b"/>
              <a:pathLst>
                <a:path w="38734" h="57150">
                  <a:moveTo>
                    <a:pt x="0" y="0"/>
                  </a:moveTo>
                  <a:lnTo>
                    <a:pt x="38713" y="27737"/>
                  </a:lnTo>
                  <a:lnTo>
                    <a:pt x="1245" y="57136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025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95"/>
              </a:spcBef>
            </a:pPr>
            <a:r>
              <a:rPr dirty="0"/>
              <a:t>Demo</a:t>
            </a:r>
            <a:r>
              <a:rPr dirty="0" spc="-55"/>
              <a:t> </a:t>
            </a:r>
            <a:r>
              <a:rPr dirty="0"/>
              <a:t>&amp;</a:t>
            </a:r>
            <a:r>
              <a:rPr dirty="0" spc="-55"/>
              <a:t> </a:t>
            </a:r>
            <a:r>
              <a:rPr dirty="0"/>
              <a:t>Product</a:t>
            </a:r>
            <a:r>
              <a:rPr dirty="0" spc="-55"/>
              <a:t> </a:t>
            </a:r>
            <a:r>
              <a:rPr dirty="0" spc="-10"/>
              <a:t>Walkthrough</a:t>
            </a:r>
          </a:p>
          <a:p>
            <a:pPr marL="2499995">
              <a:lnSpc>
                <a:spcPct val="100000"/>
              </a:lnSpc>
              <a:spcBef>
                <a:spcPts val="1110"/>
              </a:spcBef>
            </a:pPr>
            <a:r>
              <a:rPr dirty="0" sz="4900" spc="-10" i="1">
                <a:solidFill>
                  <a:srgbClr val="000000"/>
                </a:solidFill>
                <a:latin typeface="Calibri"/>
                <a:cs typeface="Calibri"/>
              </a:rPr>
              <a:t>Watch</a:t>
            </a:r>
            <a:r>
              <a:rPr dirty="0" sz="4900" spc="-145" i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4900" i="1">
                <a:solidFill>
                  <a:srgbClr val="000000"/>
                </a:solidFill>
                <a:latin typeface="Calibri"/>
                <a:cs typeface="Calibri"/>
              </a:rPr>
              <a:t>Trail</a:t>
            </a:r>
            <a:r>
              <a:rPr dirty="0" sz="4900" spc="-145" i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4900" i="1">
                <a:solidFill>
                  <a:srgbClr val="000000"/>
                </a:solidFill>
                <a:latin typeface="Calibri"/>
                <a:cs typeface="Calibri"/>
              </a:rPr>
              <a:t>change</a:t>
            </a:r>
            <a:r>
              <a:rPr dirty="0" sz="4900" spc="-145" i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4900" i="1">
                <a:solidFill>
                  <a:srgbClr val="000000"/>
                </a:solidFill>
                <a:latin typeface="Calibri"/>
                <a:cs typeface="Calibri"/>
              </a:rPr>
              <a:t>its</a:t>
            </a:r>
            <a:r>
              <a:rPr dirty="0" sz="4900" spc="-145" i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4900" i="1">
                <a:solidFill>
                  <a:srgbClr val="000000"/>
                </a:solidFill>
                <a:latin typeface="Calibri"/>
                <a:cs typeface="Calibri"/>
              </a:rPr>
              <a:t>mind</a:t>
            </a:r>
            <a:r>
              <a:rPr dirty="0" sz="4900" spc="-145" i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4900" i="1">
                <a:solidFill>
                  <a:srgbClr val="000000"/>
                </a:solidFill>
                <a:latin typeface="Calibri"/>
                <a:cs typeface="Calibri"/>
              </a:rPr>
              <a:t>—</a:t>
            </a:r>
            <a:r>
              <a:rPr dirty="0" sz="4900" spc="-145" i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4900" i="1">
                <a:solidFill>
                  <a:srgbClr val="000000"/>
                </a:solidFill>
                <a:latin typeface="Calibri"/>
                <a:cs typeface="Calibri"/>
              </a:rPr>
              <a:t>without</a:t>
            </a:r>
            <a:r>
              <a:rPr dirty="0" sz="4900" spc="-140" i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4900" i="1">
                <a:solidFill>
                  <a:srgbClr val="000000"/>
                </a:solidFill>
                <a:latin typeface="Calibri"/>
                <a:cs typeface="Calibri"/>
              </a:rPr>
              <a:t>starting</a:t>
            </a:r>
            <a:r>
              <a:rPr dirty="0" sz="4900" spc="-145" i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4900" spc="-20" i="1">
                <a:solidFill>
                  <a:srgbClr val="000000"/>
                </a:solidFill>
                <a:latin typeface="Calibri"/>
                <a:cs typeface="Calibri"/>
              </a:rPr>
              <a:t>over.</a:t>
            </a:r>
            <a:endParaRPr sz="49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59416" y="2449005"/>
            <a:ext cx="12668249" cy="71342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03594" y="205882"/>
            <a:ext cx="8914130" cy="10312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Tools</a:t>
            </a:r>
            <a:r>
              <a:rPr dirty="0" spc="-75"/>
              <a:t> </a:t>
            </a:r>
            <a:r>
              <a:rPr dirty="0"/>
              <a:t>and</a:t>
            </a:r>
            <a:r>
              <a:rPr dirty="0" spc="-70"/>
              <a:t> </a:t>
            </a:r>
            <a:r>
              <a:rPr dirty="0"/>
              <a:t>tech</a:t>
            </a:r>
            <a:r>
              <a:rPr dirty="0" spc="-75"/>
              <a:t> </a:t>
            </a:r>
            <a:r>
              <a:rPr dirty="0"/>
              <a:t>stack</a:t>
            </a:r>
            <a:r>
              <a:rPr dirty="0" spc="-70"/>
              <a:t> </a:t>
            </a:r>
            <a:r>
              <a:rPr dirty="0" spc="-20"/>
              <a:t>used</a:t>
            </a:r>
          </a:p>
        </p:txBody>
      </p:sp>
      <p:pic>
        <p:nvPicPr>
          <p:cNvPr id="33" name="object 3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47596" y="47705"/>
            <a:ext cx="1276349" cy="1276349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003509" y="422"/>
            <a:ext cx="1371599" cy="1371599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553562" y="422"/>
            <a:ext cx="1209674" cy="1371599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948655" y="107448"/>
            <a:ext cx="1152524" cy="1152524"/>
          </a:xfrm>
          <a:prstGeom prst="rect">
            <a:avLst/>
          </a:prstGeom>
        </p:spPr>
      </p:pic>
      <p:sp>
        <p:nvSpPr>
          <p:cNvPr id="37" name="object 37"/>
          <p:cNvSpPr txBox="1"/>
          <p:nvPr/>
        </p:nvSpPr>
        <p:spPr>
          <a:xfrm>
            <a:off x="1244748" y="1886272"/>
            <a:ext cx="2049145" cy="5016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u="heavy" sz="3100" spc="-10" i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PERCEPTION</a:t>
            </a:r>
            <a:endParaRPr sz="31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230667" y="2022202"/>
            <a:ext cx="2120900" cy="46418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u="sng" sz="2850" spc="-10" i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INTELLIGENCE</a:t>
            </a:r>
            <a:endParaRPr sz="285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619550" y="2131541"/>
            <a:ext cx="3303904" cy="4648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u="sng" sz="2850" spc="-50" i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850" i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INTERRUPT</a:t>
            </a:r>
            <a:r>
              <a:rPr dirty="0" u="sng" sz="2850" spc="25" i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850" spc="-10" i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RUNTIME</a:t>
            </a:r>
            <a:endParaRPr sz="2850">
              <a:latin typeface="Calibri"/>
              <a:cs typeface="Calibr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3398715" y="2002774"/>
            <a:ext cx="3609975" cy="13081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>
              <a:lnSpc>
                <a:spcPts val="3415"/>
              </a:lnSpc>
              <a:spcBef>
                <a:spcPts val="135"/>
              </a:spcBef>
            </a:pPr>
            <a:r>
              <a:rPr dirty="0" sz="3000" spc="-20" b="1">
                <a:solidFill>
                  <a:srgbClr val="004AAC"/>
                </a:solidFill>
                <a:latin typeface="Calibri"/>
                <a:cs typeface="Calibri"/>
              </a:rPr>
              <a:t>CORE</a:t>
            </a:r>
            <a:endParaRPr sz="3000">
              <a:latin typeface="Calibri"/>
              <a:cs typeface="Calibri"/>
            </a:endParaRPr>
          </a:p>
          <a:p>
            <a:pPr algn="ctr" marL="12700" marR="5080">
              <a:lnSpc>
                <a:spcPts val="3229"/>
              </a:lnSpc>
              <a:spcBef>
                <a:spcPts val="229"/>
              </a:spcBef>
            </a:pPr>
            <a:r>
              <a:rPr dirty="0" sz="3000" b="1">
                <a:latin typeface="Calibri"/>
                <a:cs typeface="Calibri"/>
              </a:rPr>
              <a:t>Python</a:t>
            </a:r>
            <a:r>
              <a:rPr dirty="0" sz="3000" spc="25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3.11</a:t>
            </a:r>
            <a:r>
              <a:rPr dirty="0" sz="3000" spc="30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·</a:t>
            </a:r>
            <a:r>
              <a:rPr dirty="0" sz="3000" spc="30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asyncio</a:t>
            </a:r>
            <a:r>
              <a:rPr dirty="0" sz="3000" spc="25" b="1">
                <a:latin typeface="Calibri"/>
                <a:cs typeface="Calibri"/>
              </a:rPr>
              <a:t> </a:t>
            </a:r>
            <a:r>
              <a:rPr dirty="0" sz="3000" spc="-50" b="1">
                <a:latin typeface="Calibri"/>
                <a:cs typeface="Calibri"/>
              </a:rPr>
              <a:t>· </a:t>
            </a:r>
            <a:r>
              <a:rPr dirty="0" sz="3000" b="1">
                <a:latin typeface="Calibri"/>
                <a:cs typeface="Calibri"/>
              </a:rPr>
              <a:t>Pydantic</a:t>
            </a:r>
            <a:r>
              <a:rPr dirty="0" sz="3000" spc="20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·</a:t>
            </a:r>
            <a:r>
              <a:rPr dirty="0" sz="3000" spc="25" b="1">
                <a:latin typeface="Calibri"/>
                <a:cs typeface="Calibri"/>
              </a:rPr>
              <a:t> </a:t>
            </a:r>
            <a:r>
              <a:rPr dirty="0" sz="3000" spc="-10" b="1">
                <a:latin typeface="Calibri"/>
                <a:cs typeface="Calibri"/>
              </a:rPr>
              <a:t>WebSocket</a:t>
            </a:r>
            <a:endParaRPr sz="30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028699" y="2956797"/>
            <a:ext cx="3143885" cy="6826884"/>
            <a:chOff x="1028699" y="2956797"/>
            <a:chExt cx="3143885" cy="6826884"/>
          </a:xfrm>
        </p:grpSpPr>
        <p:sp>
          <p:nvSpPr>
            <p:cNvPr id="4" name="object 4"/>
            <p:cNvSpPr/>
            <p:nvPr/>
          </p:nvSpPr>
          <p:spPr>
            <a:xfrm>
              <a:off x="1086246" y="6348994"/>
              <a:ext cx="3086100" cy="1543050"/>
            </a:xfrm>
            <a:custGeom>
              <a:avLst/>
              <a:gdLst/>
              <a:ahLst/>
              <a:cxnLst/>
              <a:rect l="l" t="t" r="r" b="b"/>
              <a:pathLst>
                <a:path w="3086100" h="1543050">
                  <a:moveTo>
                    <a:pt x="2314574" y="1543049"/>
                  </a:moveTo>
                  <a:lnTo>
                    <a:pt x="771525" y="1543049"/>
                  </a:lnTo>
                  <a:lnTo>
                    <a:pt x="722732" y="1541532"/>
                  </a:lnTo>
                  <a:lnTo>
                    <a:pt x="674746" y="1537038"/>
                  </a:lnTo>
                  <a:lnTo>
                    <a:pt x="627657" y="1529660"/>
                  </a:lnTo>
                  <a:lnTo>
                    <a:pt x="581555" y="1519486"/>
                  </a:lnTo>
                  <a:lnTo>
                    <a:pt x="536531" y="1506609"/>
                  </a:lnTo>
                  <a:lnTo>
                    <a:pt x="492674" y="1491117"/>
                  </a:lnTo>
                  <a:lnTo>
                    <a:pt x="450076" y="1473102"/>
                  </a:lnTo>
                  <a:lnTo>
                    <a:pt x="408827" y="1452653"/>
                  </a:lnTo>
                  <a:lnTo>
                    <a:pt x="369016" y="1429862"/>
                  </a:lnTo>
                  <a:lnTo>
                    <a:pt x="330736" y="1404818"/>
                  </a:lnTo>
                  <a:lnTo>
                    <a:pt x="294075" y="1377612"/>
                  </a:lnTo>
                  <a:lnTo>
                    <a:pt x="259124" y="1348334"/>
                  </a:lnTo>
                  <a:lnTo>
                    <a:pt x="225974" y="1317075"/>
                  </a:lnTo>
                  <a:lnTo>
                    <a:pt x="194715" y="1283925"/>
                  </a:lnTo>
                  <a:lnTo>
                    <a:pt x="165437" y="1248974"/>
                  </a:lnTo>
                  <a:lnTo>
                    <a:pt x="138231" y="1212313"/>
                  </a:lnTo>
                  <a:lnTo>
                    <a:pt x="113187" y="1174033"/>
                  </a:lnTo>
                  <a:lnTo>
                    <a:pt x="90396" y="1134222"/>
                  </a:lnTo>
                  <a:lnTo>
                    <a:pt x="69947" y="1092973"/>
                  </a:lnTo>
                  <a:lnTo>
                    <a:pt x="51932" y="1050375"/>
                  </a:lnTo>
                  <a:lnTo>
                    <a:pt x="36440" y="1006518"/>
                  </a:lnTo>
                  <a:lnTo>
                    <a:pt x="23563" y="961494"/>
                  </a:lnTo>
                  <a:lnTo>
                    <a:pt x="13389" y="915392"/>
                  </a:lnTo>
                  <a:lnTo>
                    <a:pt x="6011" y="868303"/>
                  </a:lnTo>
                  <a:lnTo>
                    <a:pt x="1517" y="820317"/>
                  </a:lnTo>
                  <a:lnTo>
                    <a:pt x="0" y="771524"/>
                  </a:lnTo>
                  <a:lnTo>
                    <a:pt x="1517" y="722732"/>
                  </a:lnTo>
                  <a:lnTo>
                    <a:pt x="6011" y="674746"/>
                  </a:lnTo>
                  <a:lnTo>
                    <a:pt x="13389" y="627657"/>
                  </a:lnTo>
                  <a:lnTo>
                    <a:pt x="23563" y="581555"/>
                  </a:lnTo>
                  <a:lnTo>
                    <a:pt x="36440" y="536530"/>
                  </a:lnTo>
                  <a:lnTo>
                    <a:pt x="51932" y="492674"/>
                  </a:lnTo>
                  <a:lnTo>
                    <a:pt x="69947" y="450076"/>
                  </a:lnTo>
                  <a:lnTo>
                    <a:pt x="90396" y="408827"/>
                  </a:lnTo>
                  <a:lnTo>
                    <a:pt x="113187" y="369016"/>
                  </a:lnTo>
                  <a:lnTo>
                    <a:pt x="138231" y="330735"/>
                  </a:lnTo>
                  <a:lnTo>
                    <a:pt x="165437" y="294075"/>
                  </a:lnTo>
                  <a:lnTo>
                    <a:pt x="194715" y="259124"/>
                  </a:lnTo>
                  <a:lnTo>
                    <a:pt x="225974" y="225974"/>
                  </a:lnTo>
                  <a:lnTo>
                    <a:pt x="259124" y="194715"/>
                  </a:lnTo>
                  <a:lnTo>
                    <a:pt x="294075" y="165437"/>
                  </a:lnTo>
                  <a:lnTo>
                    <a:pt x="330736" y="138231"/>
                  </a:lnTo>
                  <a:lnTo>
                    <a:pt x="369016" y="113187"/>
                  </a:lnTo>
                  <a:lnTo>
                    <a:pt x="408827" y="90396"/>
                  </a:lnTo>
                  <a:lnTo>
                    <a:pt x="450076" y="69947"/>
                  </a:lnTo>
                  <a:lnTo>
                    <a:pt x="492674" y="51932"/>
                  </a:lnTo>
                  <a:lnTo>
                    <a:pt x="536531" y="36440"/>
                  </a:lnTo>
                  <a:lnTo>
                    <a:pt x="581555" y="23563"/>
                  </a:lnTo>
                  <a:lnTo>
                    <a:pt x="627657" y="13389"/>
                  </a:lnTo>
                  <a:lnTo>
                    <a:pt x="674746" y="6011"/>
                  </a:lnTo>
                  <a:lnTo>
                    <a:pt x="722732" y="1517"/>
                  </a:lnTo>
                  <a:lnTo>
                    <a:pt x="771525" y="0"/>
                  </a:lnTo>
                  <a:lnTo>
                    <a:pt x="2314574" y="0"/>
                  </a:lnTo>
                  <a:lnTo>
                    <a:pt x="2363367" y="1517"/>
                  </a:lnTo>
                  <a:lnTo>
                    <a:pt x="2411353" y="6011"/>
                  </a:lnTo>
                  <a:lnTo>
                    <a:pt x="2458442" y="13389"/>
                  </a:lnTo>
                  <a:lnTo>
                    <a:pt x="2504544" y="23563"/>
                  </a:lnTo>
                  <a:lnTo>
                    <a:pt x="2549568" y="36440"/>
                  </a:lnTo>
                  <a:lnTo>
                    <a:pt x="2593425" y="51932"/>
                  </a:lnTo>
                  <a:lnTo>
                    <a:pt x="2636023" y="69947"/>
                  </a:lnTo>
                  <a:lnTo>
                    <a:pt x="2677272" y="90396"/>
                  </a:lnTo>
                  <a:lnTo>
                    <a:pt x="2717082" y="113187"/>
                  </a:lnTo>
                  <a:lnTo>
                    <a:pt x="2755363" y="138231"/>
                  </a:lnTo>
                  <a:lnTo>
                    <a:pt x="2792024" y="165437"/>
                  </a:lnTo>
                  <a:lnTo>
                    <a:pt x="2826975" y="194715"/>
                  </a:lnTo>
                  <a:lnTo>
                    <a:pt x="2860125" y="225974"/>
                  </a:lnTo>
                  <a:lnTo>
                    <a:pt x="2891384" y="259124"/>
                  </a:lnTo>
                  <a:lnTo>
                    <a:pt x="2920662" y="294075"/>
                  </a:lnTo>
                  <a:lnTo>
                    <a:pt x="2947868" y="330735"/>
                  </a:lnTo>
                  <a:lnTo>
                    <a:pt x="2972912" y="369016"/>
                  </a:lnTo>
                  <a:lnTo>
                    <a:pt x="2995703" y="408827"/>
                  </a:lnTo>
                  <a:lnTo>
                    <a:pt x="3016152" y="450076"/>
                  </a:lnTo>
                  <a:lnTo>
                    <a:pt x="3034167" y="492674"/>
                  </a:lnTo>
                  <a:lnTo>
                    <a:pt x="3049659" y="536530"/>
                  </a:lnTo>
                  <a:lnTo>
                    <a:pt x="3062536" y="581555"/>
                  </a:lnTo>
                  <a:lnTo>
                    <a:pt x="3072710" y="627657"/>
                  </a:lnTo>
                  <a:lnTo>
                    <a:pt x="3080088" y="674746"/>
                  </a:lnTo>
                  <a:lnTo>
                    <a:pt x="3084582" y="722732"/>
                  </a:lnTo>
                  <a:lnTo>
                    <a:pt x="3086099" y="771524"/>
                  </a:lnTo>
                  <a:lnTo>
                    <a:pt x="3084582" y="820317"/>
                  </a:lnTo>
                  <a:lnTo>
                    <a:pt x="3080088" y="868303"/>
                  </a:lnTo>
                  <a:lnTo>
                    <a:pt x="3072710" y="915392"/>
                  </a:lnTo>
                  <a:lnTo>
                    <a:pt x="3062536" y="961494"/>
                  </a:lnTo>
                  <a:lnTo>
                    <a:pt x="3049659" y="1006518"/>
                  </a:lnTo>
                  <a:lnTo>
                    <a:pt x="3034167" y="1050375"/>
                  </a:lnTo>
                  <a:lnTo>
                    <a:pt x="3016152" y="1092973"/>
                  </a:lnTo>
                  <a:lnTo>
                    <a:pt x="2995703" y="1134222"/>
                  </a:lnTo>
                  <a:lnTo>
                    <a:pt x="2972912" y="1174033"/>
                  </a:lnTo>
                  <a:lnTo>
                    <a:pt x="2947868" y="1212313"/>
                  </a:lnTo>
                  <a:lnTo>
                    <a:pt x="2920662" y="1248974"/>
                  </a:lnTo>
                  <a:lnTo>
                    <a:pt x="2891384" y="1283925"/>
                  </a:lnTo>
                  <a:lnTo>
                    <a:pt x="2860125" y="1317075"/>
                  </a:lnTo>
                  <a:lnTo>
                    <a:pt x="2826975" y="1348334"/>
                  </a:lnTo>
                  <a:lnTo>
                    <a:pt x="2792024" y="1377612"/>
                  </a:lnTo>
                  <a:lnTo>
                    <a:pt x="2755363" y="1404818"/>
                  </a:lnTo>
                  <a:lnTo>
                    <a:pt x="2717082" y="1429862"/>
                  </a:lnTo>
                  <a:lnTo>
                    <a:pt x="2677272" y="1452653"/>
                  </a:lnTo>
                  <a:lnTo>
                    <a:pt x="2636023" y="1473102"/>
                  </a:lnTo>
                  <a:lnTo>
                    <a:pt x="2593425" y="1491117"/>
                  </a:lnTo>
                  <a:lnTo>
                    <a:pt x="2549568" y="1506609"/>
                  </a:lnTo>
                  <a:lnTo>
                    <a:pt x="2504544" y="1519486"/>
                  </a:lnTo>
                  <a:lnTo>
                    <a:pt x="2458442" y="1529660"/>
                  </a:lnTo>
                  <a:lnTo>
                    <a:pt x="2411353" y="1537038"/>
                  </a:lnTo>
                  <a:lnTo>
                    <a:pt x="2363367" y="1541532"/>
                  </a:lnTo>
                  <a:lnTo>
                    <a:pt x="2314574" y="1543049"/>
                  </a:lnTo>
                  <a:close/>
                </a:path>
              </a:pathLst>
            </a:custGeom>
            <a:solidFill>
              <a:srgbClr val="59D957">
                <a:alpha val="564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086246" y="4621068"/>
              <a:ext cx="3086100" cy="1543050"/>
            </a:xfrm>
            <a:custGeom>
              <a:avLst/>
              <a:gdLst/>
              <a:ahLst/>
              <a:cxnLst/>
              <a:rect l="l" t="t" r="r" b="b"/>
              <a:pathLst>
                <a:path w="3086100" h="1543050">
                  <a:moveTo>
                    <a:pt x="2314574" y="1543049"/>
                  </a:moveTo>
                  <a:lnTo>
                    <a:pt x="771525" y="1543049"/>
                  </a:lnTo>
                  <a:lnTo>
                    <a:pt x="722732" y="1541532"/>
                  </a:lnTo>
                  <a:lnTo>
                    <a:pt x="674746" y="1537038"/>
                  </a:lnTo>
                  <a:lnTo>
                    <a:pt x="627657" y="1529660"/>
                  </a:lnTo>
                  <a:lnTo>
                    <a:pt x="581555" y="1519486"/>
                  </a:lnTo>
                  <a:lnTo>
                    <a:pt x="536531" y="1506609"/>
                  </a:lnTo>
                  <a:lnTo>
                    <a:pt x="492674" y="1491117"/>
                  </a:lnTo>
                  <a:lnTo>
                    <a:pt x="450076" y="1473102"/>
                  </a:lnTo>
                  <a:lnTo>
                    <a:pt x="408827" y="1452653"/>
                  </a:lnTo>
                  <a:lnTo>
                    <a:pt x="369016" y="1429862"/>
                  </a:lnTo>
                  <a:lnTo>
                    <a:pt x="330736" y="1404818"/>
                  </a:lnTo>
                  <a:lnTo>
                    <a:pt x="294075" y="1377612"/>
                  </a:lnTo>
                  <a:lnTo>
                    <a:pt x="259124" y="1348334"/>
                  </a:lnTo>
                  <a:lnTo>
                    <a:pt x="225974" y="1317075"/>
                  </a:lnTo>
                  <a:lnTo>
                    <a:pt x="194715" y="1283925"/>
                  </a:lnTo>
                  <a:lnTo>
                    <a:pt x="165437" y="1248974"/>
                  </a:lnTo>
                  <a:lnTo>
                    <a:pt x="138231" y="1212313"/>
                  </a:lnTo>
                  <a:lnTo>
                    <a:pt x="113187" y="1174033"/>
                  </a:lnTo>
                  <a:lnTo>
                    <a:pt x="90396" y="1134222"/>
                  </a:lnTo>
                  <a:lnTo>
                    <a:pt x="69947" y="1092973"/>
                  </a:lnTo>
                  <a:lnTo>
                    <a:pt x="51932" y="1050375"/>
                  </a:lnTo>
                  <a:lnTo>
                    <a:pt x="36440" y="1006518"/>
                  </a:lnTo>
                  <a:lnTo>
                    <a:pt x="23563" y="961494"/>
                  </a:lnTo>
                  <a:lnTo>
                    <a:pt x="13389" y="915392"/>
                  </a:lnTo>
                  <a:lnTo>
                    <a:pt x="6011" y="868303"/>
                  </a:lnTo>
                  <a:lnTo>
                    <a:pt x="1517" y="820317"/>
                  </a:lnTo>
                  <a:lnTo>
                    <a:pt x="0" y="771524"/>
                  </a:lnTo>
                  <a:lnTo>
                    <a:pt x="1517" y="722732"/>
                  </a:lnTo>
                  <a:lnTo>
                    <a:pt x="6011" y="674746"/>
                  </a:lnTo>
                  <a:lnTo>
                    <a:pt x="13389" y="627657"/>
                  </a:lnTo>
                  <a:lnTo>
                    <a:pt x="23563" y="581555"/>
                  </a:lnTo>
                  <a:lnTo>
                    <a:pt x="36440" y="536530"/>
                  </a:lnTo>
                  <a:lnTo>
                    <a:pt x="51932" y="492674"/>
                  </a:lnTo>
                  <a:lnTo>
                    <a:pt x="69947" y="450076"/>
                  </a:lnTo>
                  <a:lnTo>
                    <a:pt x="90396" y="408827"/>
                  </a:lnTo>
                  <a:lnTo>
                    <a:pt x="113187" y="369016"/>
                  </a:lnTo>
                  <a:lnTo>
                    <a:pt x="138231" y="330736"/>
                  </a:lnTo>
                  <a:lnTo>
                    <a:pt x="165437" y="294075"/>
                  </a:lnTo>
                  <a:lnTo>
                    <a:pt x="194715" y="259124"/>
                  </a:lnTo>
                  <a:lnTo>
                    <a:pt x="225974" y="225974"/>
                  </a:lnTo>
                  <a:lnTo>
                    <a:pt x="259124" y="194715"/>
                  </a:lnTo>
                  <a:lnTo>
                    <a:pt x="294075" y="165437"/>
                  </a:lnTo>
                  <a:lnTo>
                    <a:pt x="330736" y="138231"/>
                  </a:lnTo>
                  <a:lnTo>
                    <a:pt x="369016" y="113187"/>
                  </a:lnTo>
                  <a:lnTo>
                    <a:pt x="408827" y="90396"/>
                  </a:lnTo>
                  <a:lnTo>
                    <a:pt x="450076" y="69947"/>
                  </a:lnTo>
                  <a:lnTo>
                    <a:pt x="492674" y="51932"/>
                  </a:lnTo>
                  <a:lnTo>
                    <a:pt x="536531" y="36440"/>
                  </a:lnTo>
                  <a:lnTo>
                    <a:pt x="581555" y="23563"/>
                  </a:lnTo>
                  <a:lnTo>
                    <a:pt x="627657" y="13389"/>
                  </a:lnTo>
                  <a:lnTo>
                    <a:pt x="674746" y="6011"/>
                  </a:lnTo>
                  <a:lnTo>
                    <a:pt x="722732" y="1517"/>
                  </a:lnTo>
                  <a:lnTo>
                    <a:pt x="771525" y="0"/>
                  </a:lnTo>
                  <a:lnTo>
                    <a:pt x="2314574" y="0"/>
                  </a:lnTo>
                  <a:lnTo>
                    <a:pt x="2363367" y="1517"/>
                  </a:lnTo>
                  <a:lnTo>
                    <a:pt x="2411353" y="6011"/>
                  </a:lnTo>
                  <a:lnTo>
                    <a:pt x="2458442" y="13389"/>
                  </a:lnTo>
                  <a:lnTo>
                    <a:pt x="2504544" y="23563"/>
                  </a:lnTo>
                  <a:lnTo>
                    <a:pt x="2549568" y="36440"/>
                  </a:lnTo>
                  <a:lnTo>
                    <a:pt x="2593425" y="51932"/>
                  </a:lnTo>
                  <a:lnTo>
                    <a:pt x="2636023" y="69947"/>
                  </a:lnTo>
                  <a:lnTo>
                    <a:pt x="2677272" y="90396"/>
                  </a:lnTo>
                  <a:lnTo>
                    <a:pt x="2717082" y="113187"/>
                  </a:lnTo>
                  <a:lnTo>
                    <a:pt x="2755363" y="138231"/>
                  </a:lnTo>
                  <a:lnTo>
                    <a:pt x="2792024" y="165437"/>
                  </a:lnTo>
                  <a:lnTo>
                    <a:pt x="2826975" y="194715"/>
                  </a:lnTo>
                  <a:lnTo>
                    <a:pt x="2860125" y="225974"/>
                  </a:lnTo>
                  <a:lnTo>
                    <a:pt x="2891384" y="259124"/>
                  </a:lnTo>
                  <a:lnTo>
                    <a:pt x="2920662" y="294075"/>
                  </a:lnTo>
                  <a:lnTo>
                    <a:pt x="2947868" y="330736"/>
                  </a:lnTo>
                  <a:lnTo>
                    <a:pt x="2972912" y="369016"/>
                  </a:lnTo>
                  <a:lnTo>
                    <a:pt x="2995703" y="408827"/>
                  </a:lnTo>
                  <a:lnTo>
                    <a:pt x="3016152" y="450076"/>
                  </a:lnTo>
                  <a:lnTo>
                    <a:pt x="3034167" y="492674"/>
                  </a:lnTo>
                  <a:lnTo>
                    <a:pt x="3049659" y="536530"/>
                  </a:lnTo>
                  <a:lnTo>
                    <a:pt x="3062536" y="581555"/>
                  </a:lnTo>
                  <a:lnTo>
                    <a:pt x="3072710" y="627657"/>
                  </a:lnTo>
                  <a:lnTo>
                    <a:pt x="3080088" y="674746"/>
                  </a:lnTo>
                  <a:lnTo>
                    <a:pt x="3084582" y="722732"/>
                  </a:lnTo>
                  <a:lnTo>
                    <a:pt x="3086099" y="771524"/>
                  </a:lnTo>
                  <a:lnTo>
                    <a:pt x="3084582" y="820317"/>
                  </a:lnTo>
                  <a:lnTo>
                    <a:pt x="3080088" y="868303"/>
                  </a:lnTo>
                  <a:lnTo>
                    <a:pt x="3072710" y="915392"/>
                  </a:lnTo>
                  <a:lnTo>
                    <a:pt x="3062536" y="961494"/>
                  </a:lnTo>
                  <a:lnTo>
                    <a:pt x="3049659" y="1006518"/>
                  </a:lnTo>
                  <a:lnTo>
                    <a:pt x="3034167" y="1050375"/>
                  </a:lnTo>
                  <a:lnTo>
                    <a:pt x="3016152" y="1092973"/>
                  </a:lnTo>
                  <a:lnTo>
                    <a:pt x="2995703" y="1134222"/>
                  </a:lnTo>
                  <a:lnTo>
                    <a:pt x="2972912" y="1174033"/>
                  </a:lnTo>
                  <a:lnTo>
                    <a:pt x="2947868" y="1212313"/>
                  </a:lnTo>
                  <a:lnTo>
                    <a:pt x="2920662" y="1248974"/>
                  </a:lnTo>
                  <a:lnTo>
                    <a:pt x="2891384" y="1283925"/>
                  </a:lnTo>
                  <a:lnTo>
                    <a:pt x="2860125" y="1317075"/>
                  </a:lnTo>
                  <a:lnTo>
                    <a:pt x="2826975" y="1348334"/>
                  </a:lnTo>
                  <a:lnTo>
                    <a:pt x="2792024" y="1377612"/>
                  </a:lnTo>
                  <a:lnTo>
                    <a:pt x="2755363" y="1404818"/>
                  </a:lnTo>
                  <a:lnTo>
                    <a:pt x="2717082" y="1429862"/>
                  </a:lnTo>
                  <a:lnTo>
                    <a:pt x="2677272" y="1452653"/>
                  </a:lnTo>
                  <a:lnTo>
                    <a:pt x="2636023" y="1473102"/>
                  </a:lnTo>
                  <a:lnTo>
                    <a:pt x="2593425" y="1491117"/>
                  </a:lnTo>
                  <a:lnTo>
                    <a:pt x="2549568" y="1506609"/>
                  </a:lnTo>
                  <a:lnTo>
                    <a:pt x="2504544" y="1519486"/>
                  </a:lnTo>
                  <a:lnTo>
                    <a:pt x="2458442" y="1529660"/>
                  </a:lnTo>
                  <a:lnTo>
                    <a:pt x="2411353" y="1537038"/>
                  </a:lnTo>
                  <a:lnTo>
                    <a:pt x="2363367" y="1541532"/>
                  </a:lnTo>
                  <a:lnTo>
                    <a:pt x="2314574" y="1543049"/>
                  </a:lnTo>
                  <a:close/>
                </a:path>
              </a:pathLst>
            </a:custGeom>
            <a:solidFill>
              <a:srgbClr val="E2A8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028699" y="2956797"/>
              <a:ext cx="3086100" cy="1543050"/>
            </a:xfrm>
            <a:custGeom>
              <a:avLst/>
              <a:gdLst/>
              <a:ahLst/>
              <a:cxnLst/>
              <a:rect l="l" t="t" r="r" b="b"/>
              <a:pathLst>
                <a:path w="3086100" h="1543050">
                  <a:moveTo>
                    <a:pt x="2314574" y="1543050"/>
                  </a:moveTo>
                  <a:lnTo>
                    <a:pt x="771524" y="1543050"/>
                  </a:lnTo>
                  <a:lnTo>
                    <a:pt x="722732" y="1541532"/>
                  </a:lnTo>
                  <a:lnTo>
                    <a:pt x="674746" y="1537038"/>
                  </a:lnTo>
                  <a:lnTo>
                    <a:pt x="627657" y="1529660"/>
                  </a:lnTo>
                  <a:lnTo>
                    <a:pt x="581555" y="1519487"/>
                  </a:lnTo>
                  <a:lnTo>
                    <a:pt x="536531" y="1506609"/>
                  </a:lnTo>
                  <a:lnTo>
                    <a:pt x="492674" y="1491117"/>
                  </a:lnTo>
                  <a:lnTo>
                    <a:pt x="450076" y="1473102"/>
                  </a:lnTo>
                  <a:lnTo>
                    <a:pt x="408827" y="1452653"/>
                  </a:lnTo>
                  <a:lnTo>
                    <a:pt x="369016" y="1429862"/>
                  </a:lnTo>
                  <a:lnTo>
                    <a:pt x="330736" y="1404818"/>
                  </a:lnTo>
                  <a:lnTo>
                    <a:pt x="294075" y="1377612"/>
                  </a:lnTo>
                  <a:lnTo>
                    <a:pt x="259124" y="1348334"/>
                  </a:lnTo>
                  <a:lnTo>
                    <a:pt x="225974" y="1317075"/>
                  </a:lnTo>
                  <a:lnTo>
                    <a:pt x="194715" y="1283925"/>
                  </a:lnTo>
                  <a:lnTo>
                    <a:pt x="165437" y="1248974"/>
                  </a:lnTo>
                  <a:lnTo>
                    <a:pt x="138231" y="1212313"/>
                  </a:lnTo>
                  <a:lnTo>
                    <a:pt x="113187" y="1174033"/>
                  </a:lnTo>
                  <a:lnTo>
                    <a:pt x="90396" y="1134222"/>
                  </a:lnTo>
                  <a:lnTo>
                    <a:pt x="69947" y="1092973"/>
                  </a:lnTo>
                  <a:lnTo>
                    <a:pt x="51932" y="1050375"/>
                  </a:lnTo>
                  <a:lnTo>
                    <a:pt x="36440" y="1006519"/>
                  </a:lnTo>
                  <a:lnTo>
                    <a:pt x="23563" y="961494"/>
                  </a:lnTo>
                  <a:lnTo>
                    <a:pt x="13389" y="915392"/>
                  </a:lnTo>
                  <a:lnTo>
                    <a:pt x="6011" y="868303"/>
                  </a:lnTo>
                  <a:lnTo>
                    <a:pt x="1517" y="820317"/>
                  </a:lnTo>
                  <a:lnTo>
                    <a:pt x="0" y="771525"/>
                  </a:lnTo>
                  <a:lnTo>
                    <a:pt x="1517" y="722732"/>
                  </a:lnTo>
                  <a:lnTo>
                    <a:pt x="6011" y="674746"/>
                  </a:lnTo>
                  <a:lnTo>
                    <a:pt x="13389" y="627657"/>
                  </a:lnTo>
                  <a:lnTo>
                    <a:pt x="23563" y="581555"/>
                  </a:lnTo>
                  <a:lnTo>
                    <a:pt x="36440" y="536531"/>
                  </a:lnTo>
                  <a:lnTo>
                    <a:pt x="51932" y="492674"/>
                  </a:lnTo>
                  <a:lnTo>
                    <a:pt x="69947" y="450076"/>
                  </a:lnTo>
                  <a:lnTo>
                    <a:pt x="90396" y="408827"/>
                  </a:lnTo>
                  <a:lnTo>
                    <a:pt x="113187" y="369017"/>
                  </a:lnTo>
                  <a:lnTo>
                    <a:pt x="138231" y="330736"/>
                  </a:lnTo>
                  <a:lnTo>
                    <a:pt x="165437" y="294075"/>
                  </a:lnTo>
                  <a:lnTo>
                    <a:pt x="194715" y="259124"/>
                  </a:lnTo>
                  <a:lnTo>
                    <a:pt x="225974" y="225974"/>
                  </a:lnTo>
                  <a:lnTo>
                    <a:pt x="259124" y="194715"/>
                  </a:lnTo>
                  <a:lnTo>
                    <a:pt x="294075" y="165437"/>
                  </a:lnTo>
                  <a:lnTo>
                    <a:pt x="330736" y="138231"/>
                  </a:lnTo>
                  <a:lnTo>
                    <a:pt x="369016" y="113187"/>
                  </a:lnTo>
                  <a:lnTo>
                    <a:pt x="408827" y="90396"/>
                  </a:lnTo>
                  <a:lnTo>
                    <a:pt x="450076" y="69947"/>
                  </a:lnTo>
                  <a:lnTo>
                    <a:pt x="492674" y="51932"/>
                  </a:lnTo>
                  <a:lnTo>
                    <a:pt x="536531" y="36440"/>
                  </a:lnTo>
                  <a:lnTo>
                    <a:pt x="581555" y="23563"/>
                  </a:lnTo>
                  <a:lnTo>
                    <a:pt x="627657" y="13389"/>
                  </a:lnTo>
                  <a:lnTo>
                    <a:pt x="674746" y="6011"/>
                  </a:lnTo>
                  <a:lnTo>
                    <a:pt x="722732" y="1517"/>
                  </a:lnTo>
                  <a:lnTo>
                    <a:pt x="771524" y="0"/>
                  </a:lnTo>
                  <a:lnTo>
                    <a:pt x="2314574" y="0"/>
                  </a:lnTo>
                  <a:lnTo>
                    <a:pt x="2363367" y="1517"/>
                  </a:lnTo>
                  <a:lnTo>
                    <a:pt x="2411353" y="6011"/>
                  </a:lnTo>
                  <a:lnTo>
                    <a:pt x="2458442" y="13389"/>
                  </a:lnTo>
                  <a:lnTo>
                    <a:pt x="2504544" y="23563"/>
                  </a:lnTo>
                  <a:lnTo>
                    <a:pt x="2549568" y="36440"/>
                  </a:lnTo>
                  <a:lnTo>
                    <a:pt x="2593425" y="51932"/>
                  </a:lnTo>
                  <a:lnTo>
                    <a:pt x="2636023" y="69947"/>
                  </a:lnTo>
                  <a:lnTo>
                    <a:pt x="2677272" y="90396"/>
                  </a:lnTo>
                  <a:lnTo>
                    <a:pt x="2717082" y="113187"/>
                  </a:lnTo>
                  <a:lnTo>
                    <a:pt x="2755363" y="138231"/>
                  </a:lnTo>
                  <a:lnTo>
                    <a:pt x="2792024" y="165437"/>
                  </a:lnTo>
                  <a:lnTo>
                    <a:pt x="2826975" y="194715"/>
                  </a:lnTo>
                  <a:lnTo>
                    <a:pt x="2860125" y="225974"/>
                  </a:lnTo>
                  <a:lnTo>
                    <a:pt x="2891384" y="259124"/>
                  </a:lnTo>
                  <a:lnTo>
                    <a:pt x="2920662" y="294075"/>
                  </a:lnTo>
                  <a:lnTo>
                    <a:pt x="2947868" y="330736"/>
                  </a:lnTo>
                  <a:lnTo>
                    <a:pt x="2972912" y="369017"/>
                  </a:lnTo>
                  <a:lnTo>
                    <a:pt x="2995703" y="408827"/>
                  </a:lnTo>
                  <a:lnTo>
                    <a:pt x="3016152" y="450076"/>
                  </a:lnTo>
                  <a:lnTo>
                    <a:pt x="3034167" y="492674"/>
                  </a:lnTo>
                  <a:lnTo>
                    <a:pt x="3049659" y="536531"/>
                  </a:lnTo>
                  <a:lnTo>
                    <a:pt x="3062536" y="581555"/>
                  </a:lnTo>
                  <a:lnTo>
                    <a:pt x="3072710" y="627657"/>
                  </a:lnTo>
                  <a:lnTo>
                    <a:pt x="3080088" y="674746"/>
                  </a:lnTo>
                  <a:lnTo>
                    <a:pt x="3084581" y="722732"/>
                  </a:lnTo>
                  <a:lnTo>
                    <a:pt x="3086099" y="771525"/>
                  </a:lnTo>
                  <a:lnTo>
                    <a:pt x="3084581" y="820317"/>
                  </a:lnTo>
                  <a:lnTo>
                    <a:pt x="3080088" y="868303"/>
                  </a:lnTo>
                  <a:lnTo>
                    <a:pt x="3072710" y="915392"/>
                  </a:lnTo>
                  <a:lnTo>
                    <a:pt x="3062536" y="961494"/>
                  </a:lnTo>
                  <a:lnTo>
                    <a:pt x="3049659" y="1006519"/>
                  </a:lnTo>
                  <a:lnTo>
                    <a:pt x="3034167" y="1050375"/>
                  </a:lnTo>
                  <a:lnTo>
                    <a:pt x="3016152" y="1092973"/>
                  </a:lnTo>
                  <a:lnTo>
                    <a:pt x="2995703" y="1134222"/>
                  </a:lnTo>
                  <a:lnTo>
                    <a:pt x="2972912" y="1174033"/>
                  </a:lnTo>
                  <a:lnTo>
                    <a:pt x="2947868" y="1212313"/>
                  </a:lnTo>
                  <a:lnTo>
                    <a:pt x="2920662" y="1248974"/>
                  </a:lnTo>
                  <a:lnTo>
                    <a:pt x="2891384" y="1283925"/>
                  </a:lnTo>
                  <a:lnTo>
                    <a:pt x="2860125" y="1317075"/>
                  </a:lnTo>
                  <a:lnTo>
                    <a:pt x="2826975" y="1348334"/>
                  </a:lnTo>
                  <a:lnTo>
                    <a:pt x="2792024" y="1377612"/>
                  </a:lnTo>
                  <a:lnTo>
                    <a:pt x="2755363" y="1404818"/>
                  </a:lnTo>
                  <a:lnTo>
                    <a:pt x="2717082" y="1429862"/>
                  </a:lnTo>
                  <a:lnTo>
                    <a:pt x="2677272" y="1452653"/>
                  </a:lnTo>
                  <a:lnTo>
                    <a:pt x="2636023" y="1473102"/>
                  </a:lnTo>
                  <a:lnTo>
                    <a:pt x="2593425" y="1491117"/>
                  </a:lnTo>
                  <a:lnTo>
                    <a:pt x="2549568" y="1506609"/>
                  </a:lnTo>
                  <a:lnTo>
                    <a:pt x="2504544" y="1519487"/>
                  </a:lnTo>
                  <a:lnTo>
                    <a:pt x="2458442" y="1529660"/>
                  </a:lnTo>
                  <a:lnTo>
                    <a:pt x="2411353" y="1537038"/>
                  </a:lnTo>
                  <a:lnTo>
                    <a:pt x="2363367" y="1541532"/>
                  </a:lnTo>
                  <a:lnTo>
                    <a:pt x="2314574" y="1543050"/>
                  </a:lnTo>
                  <a:close/>
                </a:path>
              </a:pathLst>
            </a:custGeom>
            <a:solidFill>
              <a:srgbClr val="59D957">
                <a:alpha val="564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086246" y="8240567"/>
              <a:ext cx="3086100" cy="1543050"/>
            </a:xfrm>
            <a:custGeom>
              <a:avLst/>
              <a:gdLst/>
              <a:ahLst/>
              <a:cxnLst/>
              <a:rect l="l" t="t" r="r" b="b"/>
              <a:pathLst>
                <a:path w="3086100" h="1543050">
                  <a:moveTo>
                    <a:pt x="2314574" y="1543049"/>
                  </a:moveTo>
                  <a:lnTo>
                    <a:pt x="771525" y="1543049"/>
                  </a:lnTo>
                  <a:lnTo>
                    <a:pt x="722732" y="1541532"/>
                  </a:lnTo>
                  <a:lnTo>
                    <a:pt x="674746" y="1537038"/>
                  </a:lnTo>
                  <a:lnTo>
                    <a:pt x="627657" y="1529660"/>
                  </a:lnTo>
                  <a:lnTo>
                    <a:pt x="581555" y="1519486"/>
                  </a:lnTo>
                  <a:lnTo>
                    <a:pt x="536531" y="1506609"/>
                  </a:lnTo>
                  <a:lnTo>
                    <a:pt x="492674" y="1491117"/>
                  </a:lnTo>
                  <a:lnTo>
                    <a:pt x="450076" y="1473102"/>
                  </a:lnTo>
                  <a:lnTo>
                    <a:pt x="408827" y="1452653"/>
                  </a:lnTo>
                  <a:lnTo>
                    <a:pt x="369016" y="1429862"/>
                  </a:lnTo>
                  <a:lnTo>
                    <a:pt x="330736" y="1404818"/>
                  </a:lnTo>
                  <a:lnTo>
                    <a:pt x="294075" y="1377612"/>
                  </a:lnTo>
                  <a:lnTo>
                    <a:pt x="259124" y="1348334"/>
                  </a:lnTo>
                  <a:lnTo>
                    <a:pt x="225974" y="1317075"/>
                  </a:lnTo>
                  <a:lnTo>
                    <a:pt x="194715" y="1283925"/>
                  </a:lnTo>
                  <a:lnTo>
                    <a:pt x="165437" y="1248974"/>
                  </a:lnTo>
                  <a:lnTo>
                    <a:pt x="138231" y="1212313"/>
                  </a:lnTo>
                  <a:lnTo>
                    <a:pt x="113187" y="1174033"/>
                  </a:lnTo>
                  <a:lnTo>
                    <a:pt x="90396" y="1134222"/>
                  </a:lnTo>
                  <a:lnTo>
                    <a:pt x="69947" y="1092973"/>
                  </a:lnTo>
                  <a:lnTo>
                    <a:pt x="51932" y="1050375"/>
                  </a:lnTo>
                  <a:lnTo>
                    <a:pt x="36440" y="1006518"/>
                  </a:lnTo>
                  <a:lnTo>
                    <a:pt x="23563" y="961494"/>
                  </a:lnTo>
                  <a:lnTo>
                    <a:pt x="13389" y="915392"/>
                  </a:lnTo>
                  <a:lnTo>
                    <a:pt x="6011" y="868303"/>
                  </a:lnTo>
                  <a:lnTo>
                    <a:pt x="1517" y="820317"/>
                  </a:lnTo>
                  <a:lnTo>
                    <a:pt x="0" y="771524"/>
                  </a:lnTo>
                  <a:lnTo>
                    <a:pt x="1517" y="722732"/>
                  </a:lnTo>
                  <a:lnTo>
                    <a:pt x="6011" y="674746"/>
                  </a:lnTo>
                  <a:lnTo>
                    <a:pt x="13389" y="627657"/>
                  </a:lnTo>
                  <a:lnTo>
                    <a:pt x="23563" y="581555"/>
                  </a:lnTo>
                  <a:lnTo>
                    <a:pt x="36440" y="536530"/>
                  </a:lnTo>
                  <a:lnTo>
                    <a:pt x="51932" y="492674"/>
                  </a:lnTo>
                  <a:lnTo>
                    <a:pt x="69947" y="450076"/>
                  </a:lnTo>
                  <a:lnTo>
                    <a:pt x="90396" y="408827"/>
                  </a:lnTo>
                  <a:lnTo>
                    <a:pt x="113187" y="369016"/>
                  </a:lnTo>
                  <a:lnTo>
                    <a:pt x="138231" y="330736"/>
                  </a:lnTo>
                  <a:lnTo>
                    <a:pt x="165437" y="294075"/>
                  </a:lnTo>
                  <a:lnTo>
                    <a:pt x="194715" y="259124"/>
                  </a:lnTo>
                  <a:lnTo>
                    <a:pt x="225974" y="225974"/>
                  </a:lnTo>
                  <a:lnTo>
                    <a:pt x="259124" y="194715"/>
                  </a:lnTo>
                  <a:lnTo>
                    <a:pt x="294075" y="165437"/>
                  </a:lnTo>
                  <a:lnTo>
                    <a:pt x="330736" y="138231"/>
                  </a:lnTo>
                  <a:lnTo>
                    <a:pt x="369016" y="113187"/>
                  </a:lnTo>
                  <a:lnTo>
                    <a:pt x="408827" y="90396"/>
                  </a:lnTo>
                  <a:lnTo>
                    <a:pt x="450076" y="69947"/>
                  </a:lnTo>
                  <a:lnTo>
                    <a:pt x="492674" y="51932"/>
                  </a:lnTo>
                  <a:lnTo>
                    <a:pt x="536531" y="36440"/>
                  </a:lnTo>
                  <a:lnTo>
                    <a:pt x="581555" y="23563"/>
                  </a:lnTo>
                  <a:lnTo>
                    <a:pt x="627657" y="13389"/>
                  </a:lnTo>
                  <a:lnTo>
                    <a:pt x="674746" y="6011"/>
                  </a:lnTo>
                  <a:lnTo>
                    <a:pt x="722732" y="1517"/>
                  </a:lnTo>
                  <a:lnTo>
                    <a:pt x="771525" y="0"/>
                  </a:lnTo>
                  <a:lnTo>
                    <a:pt x="2314574" y="0"/>
                  </a:lnTo>
                  <a:lnTo>
                    <a:pt x="2363367" y="1517"/>
                  </a:lnTo>
                  <a:lnTo>
                    <a:pt x="2411353" y="6011"/>
                  </a:lnTo>
                  <a:lnTo>
                    <a:pt x="2458442" y="13389"/>
                  </a:lnTo>
                  <a:lnTo>
                    <a:pt x="2504544" y="23563"/>
                  </a:lnTo>
                  <a:lnTo>
                    <a:pt x="2549568" y="36440"/>
                  </a:lnTo>
                  <a:lnTo>
                    <a:pt x="2593425" y="51932"/>
                  </a:lnTo>
                  <a:lnTo>
                    <a:pt x="2636023" y="69947"/>
                  </a:lnTo>
                  <a:lnTo>
                    <a:pt x="2677272" y="90396"/>
                  </a:lnTo>
                  <a:lnTo>
                    <a:pt x="2717082" y="113187"/>
                  </a:lnTo>
                  <a:lnTo>
                    <a:pt x="2755363" y="138231"/>
                  </a:lnTo>
                  <a:lnTo>
                    <a:pt x="2792024" y="165437"/>
                  </a:lnTo>
                  <a:lnTo>
                    <a:pt x="2826975" y="194715"/>
                  </a:lnTo>
                  <a:lnTo>
                    <a:pt x="2860125" y="225974"/>
                  </a:lnTo>
                  <a:lnTo>
                    <a:pt x="2891384" y="259124"/>
                  </a:lnTo>
                  <a:lnTo>
                    <a:pt x="2920662" y="294075"/>
                  </a:lnTo>
                  <a:lnTo>
                    <a:pt x="2947868" y="330736"/>
                  </a:lnTo>
                  <a:lnTo>
                    <a:pt x="2972912" y="369016"/>
                  </a:lnTo>
                  <a:lnTo>
                    <a:pt x="2995703" y="408827"/>
                  </a:lnTo>
                  <a:lnTo>
                    <a:pt x="3016152" y="450076"/>
                  </a:lnTo>
                  <a:lnTo>
                    <a:pt x="3034167" y="492674"/>
                  </a:lnTo>
                  <a:lnTo>
                    <a:pt x="3049659" y="536530"/>
                  </a:lnTo>
                  <a:lnTo>
                    <a:pt x="3062536" y="581555"/>
                  </a:lnTo>
                  <a:lnTo>
                    <a:pt x="3072710" y="627657"/>
                  </a:lnTo>
                  <a:lnTo>
                    <a:pt x="3080088" y="674746"/>
                  </a:lnTo>
                  <a:lnTo>
                    <a:pt x="3084582" y="722732"/>
                  </a:lnTo>
                  <a:lnTo>
                    <a:pt x="3086099" y="771524"/>
                  </a:lnTo>
                  <a:lnTo>
                    <a:pt x="3084582" y="820317"/>
                  </a:lnTo>
                  <a:lnTo>
                    <a:pt x="3080088" y="868303"/>
                  </a:lnTo>
                  <a:lnTo>
                    <a:pt x="3072710" y="915392"/>
                  </a:lnTo>
                  <a:lnTo>
                    <a:pt x="3062536" y="961494"/>
                  </a:lnTo>
                  <a:lnTo>
                    <a:pt x="3049659" y="1006518"/>
                  </a:lnTo>
                  <a:lnTo>
                    <a:pt x="3034167" y="1050375"/>
                  </a:lnTo>
                  <a:lnTo>
                    <a:pt x="3016152" y="1092973"/>
                  </a:lnTo>
                  <a:lnTo>
                    <a:pt x="2995703" y="1134222"/>
                  </a:lnTo>
                  <a:lnTo>
                    <a:pt x="2972912" y="1174033"/>
                  </a:lnTo>
                  <a:lnTo>
                    <a:pt x="2947868" y="1212313"/>
                  </a:lnTo>
                  <a:lnTo>
                    <a:pt x="2920662" y="1248974"/>
                  </a:lnTo>
                  <a:lnTo>
                    <a:pt x="2891384" y="1283925"/>
                  </a:lnTo>
                  <a:lnTo>
                    <a:pt x="2860125" y="1317075"/>
                  </a:lnTo>
                  <a:lnTo>
                    <a:pt x="2826975" y="1348334"/>
                  </a:lnTo>
                  <a:lnTo>
                    <a:pt x="2792024" y="1377612"/>
                  </a:lnTo>
                  <a:lnTo>
                    <a:pt x="2755363" y="1404818"/>
                  </a:lnTo>
                  <a:lnTo>
                    <a:pt x="2717082" y="1429862"/>
                  </a:lnTo>
                  <a:lnTo>
                    <a:pt x="2677272" y="1452653"/>
                  </a:lnTo>
                  <a:lnTo>
                    <a:pt x="2636023" y="1473102"/>
                  </a:lnTo>
                  <a:lnTo>
                    <a:pt x="2593425" y="1491117"/>
                  </a:lnTo>
                  <a:lnTo>
                    <a:pt x="2549568" y="1506609"/>
                  </a:lnTo>
                  <a:lnTo>
                    <a:pt x="2504544" y="1519486"/>
                  </a:lnTo>
                  <a:lnTo>
                    <a:pt x="2458442" y="1529660"/>
                  </a:lnTo>
                  <a:lnTo>
                    <a:pt x="2411353" y="1537038"/>
                  </a:lnTo>
                  <a:lnTo>
                    <a:pt x="2363367" y="1541532"/>
                  </a:lnTo>
                  <a:lnTo>
                    <a:pt x="2314574" y="1543049"/>
                  </a:lnTo>
                  <a:close/>
                </a:path>
              </a:pathLst>
            </a:custGeom>
            <a:solidFill>
              <a:srgbClr val="E2A8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625023" y="4371784"/>
              <a:ext cx="8255" cy="364490"/>
            </a:xfrm>
            <a:custGeom>
              <a:avLst/>
              <a:gdLst/>
              <a:ahLst/>
              <a:cxnLst/>
              <a:rect l="l" t="t" r="r" b="b"/>
              <a:pathLst>
                <a:path w="8255" h="364489">
                  <a:moveTo>
                    <a:pt x="0" y="0"/>
                  </a:moveTo>
                  <a:lnTo>
                    <a:pt x="8033" y="364487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574241" y="4658831"/>
              <a:ext cx="114300" cy="77470"/>
            </a:xfrm>
            <a:custGeom>
              <a:avLst/>
              <a:gdLst/>
              <a:ahLst/>
              <a:cxnLst/>
              <a:rect l="l" t="t" r="r" b="b"/>
              <a:pathLst>
                <a:path w="114300" h="77470">
                  <a:moveTo>
                    <a:pt x="114272" y="0"/>
                  </a:moveTo>
                  <a:lnTo>
                    <a:pt x="58815" y="77440"/>
                  </a:lnTo>
                  <a:lnTo>
                    <a:pt x="0" y="2518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590748" y="6066801"/>
              <a:ext cx="8255" cy="364490"/>
            </a:xfrm>
            <a:custGeom>
              <a:avLst/>
              <a:gdLst/>
              <a:ahLst/>
              <a:cxnLst/>
              <a:rect l="l" t="t" r="r" b="b"/>
              <a:pathLst>
                <a:path w="8255" h="364489">
                  <a:moveTo>
                    <a:pt x="0" y="0"/>
                  </a:moveTo>
                  <a:lnTo>
                    <a:pt x="8033" y="364487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2539966" y="6353848"/>
              <a:ext cx="114300" cy="77470"/>
            </a:xfrm>
            <a:custGeom>
              <a:avLst/>
              <a:gdLst/>
              <a:ahLst/>
              <a:cxnLst/>
              <a:rect l="l" t="t" r="r" b="b"/>
              <a:pathLst>
                <a:path w="114300" h="77470">
                  <a:moveTo>
                    <a:pt x="114272" y="0"/>
                  </a:moveTo>
                  <a:lnTo>
                    <a:pt x="58815" y="77440"/>
                  </a:lnTo>
                  <a:lnTo>
                    <a:pt x="0" y="2518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620796" y="7867273"/>
              <a:ext cx="8255" cy="364490"/>
            </a:xfrm>
            <a:custGeom>
              <a:avLst/>
              <a:gdLst/>
              <a:ahLst/>
              <a:cxnLst/>
              <a:rect l="l" t="t" r="r" b="b"/>
              <a:pathLst>
                <a:path w="8255" h="364490">
                  <a:moveTo>
                    <a:pt x="0" y="0"/>
                  </a:moveTo>
                  <a:lnTo>
                    <a:pt x="8033" y="364487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570014" y="8154320"/>
              <a:ext cx="114300" cy="77470"/>
            </a:xfrm>
            <a:custGeom>
              <a:avLst/>
              <a:gdLst/>
              <a:ahLst/>
              <a:cxnLst/>
              <a:rect l="l" t="t" r="r" b="b"/>
              <a:pathLst>
                <a:path w="114300" h="77470">
                  <a:moveTo>
                    <a:pt x="114272" y="0"/>
                  </a:moveTo>
                  <a:lnTo>
                    <a:pt x="58815" y="77440"/>
                  </a:lnTo>
                  <a:lnTo>
                    <a:pt x="0" y="2518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/>
          <p:cNvSpPr txBox="1"/>
          <p:nvPr/>
        </p:nvSpPr>
        <p:spPr>
          <a:xfrm>
            <a:off x="1495388" y="3498070"/>
            <a:ext cx="2152650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5895" indent="-171450">
              <a:lnSpc>
                <a:spcPct val="100000"/>
              </a:lnSpc>
              <a:spcBef>
                <a:spcPts val="100"/>
              </a:spcBef>
              <a:buSzPct val="96153"/>
              <a:buChar char="•"/>
              <a:tabLst>
                <a:tab pos="175895" algn="l"/>
              </a:tabLst>
            </a:pPr>
            <a:r>
              <a:rPr dirty="0" sz="2600" b="1">
                <a:latin typeface="Calibri"/>
                <a:cs typeface="Calibri"/>
              </a:rPr>
              <a:t>Cursor</a:t>
            </a:r>
            <a:r>
              <a:rPr dirty="0" sz="2600" spc="-65" b="1">
                <a:latin typeface="Calibri"/>
                <a:cs typeface="Calibri"/>
              </a:rPr>
              <a:t> </a:t>
            </a:r>
            <a:r>
              <a:rPr dirty="0" sz="2600" b="1">
                <a:latin typeface="Calibri"/>
                <a:cs typeface="Calibri"/>
              </a:rPr>
              <a:t>/</a:t>
            </a:r>
            <a:r>
              <a:rPr dirty="0" sz="2600" spc="-60" b="1">
                <a:latin typeface="Calibri"/>
                <a:cs typeface="Calibri"/>
              </a:rPr>
              <a:t> </a:t>
            </a:r>
            <a:r>
              <a:rPr dirty="0" sz="2600" spc="-10" b="1">
                <a:latin typeface="Calibri"/>
                <a:cs typeface="Calibri"/>
              </a:rPr>
              <a:t>Dwell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244599" y="5113832"/>
            <a:ext cx="2769870" cy="43560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82245" indent="-177800">
              <a:lnSpc>
                <a:spcPct val="100000"/>
              </a:lnSpc>
              <a:spcBef>
                <a:spcPts val="90"/>
              </a:spcBef>
              <a:buSzPct val="96296"/>
              <a:buChar char="•"/>
              <a:tabLst>
                <a:tab pos="182245" algn="l"/>
              </a:tabLst>
            </a:pPr>
            <a:r>
              <a:rPr dirty="0" sz="2700" b="1">
                <a:latin typeface="Calibri"/>
                <a:cs typeface="Calibri"/>
              </a:rPr>
              <a:t>Chrome</a:t>
            </a:r>
            <a:r>
              <a:rPr dirty="0" sz="2700" spc="-150" b="1">
                <a:latin typeface="Calibri"/>
                <a:cs typeface="Calibri"/>
              </a:rPr>
              <a:t> </a:t>
            </a:r>
            <a:r>
              <a:rPr dirty="0" sz="2700" spc="-10" b="1">
                <a:latin typeface="Calibri"/>
                <a:cs typeface="Calibri"/>
              </a:rPr>
              <a:t>Extension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495239" y="6824549"/>
            <a:ext cx="2303780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1130" indent="-146050">
              <a:lnSpc>
                <a:spcPct val="100000"/>
              </a:lnSpc>
              <a:spcBef>
                <a:spcPts val="100"/>
              </a:spcBef>
              <a:buSzPct val="95454"/>
              <a:buChar char="•"/>
              <a:tabLst>
                <a:tab pos="151130" algn="l"/>
              </a:tabLst>
            </a:pPr>
            <a:r>
              <a:rPr dirty="0" sz="2200" b="1">
                <a:latin typeface="Calibri"/>
                <a:cs typeface="Calibri"/>
              </a:rPr>
              <a:t>VS</a:t>
            </a:r>
            <a:r>
              <a:rPr dirty="0" sz="2200" spc="-3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Code</a:t>
            </a:r>
            <a:r>
              <a:rPr dirty="0" sz="2200" spc="-35" b="1">
                <a:latin typeface="Calibri"/>
                <a:cs typeface="Calibri"/>
              </a:rPr>
              <a:t> </a:t>
            </a:r>
            <a:r>
              <a:rPr dirty="0" sz="2200" spc="-10" b="1">
                <a:latin typeface="Calibri"/>
                <a:cs typeface="Calibri"/>
              </a:rPr>
              <a:t>Extension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691243" y="8781936"/>
            <a:ext cx="187642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1130" indent="-146050">
              <a:lnSpc>
                <a:spcPct val="100000"/>
              </a:lnSpc>
              <a:spcBef>
                <a:spcPts val="100"/>
              </a:spcBef>
              <a:buSzPct val="95454"/>
              <a:buChar char="•"/>
              <a:tabLst>
                <a:tab pos="151130" algn="l"/>
              </a:tabLst>
            </a:pPr>
            <a:r>
              <a:rPr dirty="0" sz="2200" b="1">
                <a:latin typeface="Calibri"/>
                <a:cs typeface="Calibri"/>
              </a:rPr>
              <a:t>UI</a:t>
            </a:r>
            <a:r>
              <a:rPr dirty="0" sz="2200" spc="-35" b="1">
                <a:latin typeface="Calibri"/>
                <a:cs typeface="Calibri"/>
              </a:rPr>
              <a:t> </a:t>
            </a:r>
            <a:r>
              <a:rPr dirty="0" sz="2200" spc="-10" b="1">
                <a:latin typeface="Calibri"/>
                <a:cs typeface="Calibri"/>
              </a:rPr>
              <a:t>Automation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778242" y="3020453"/>
            <a:ext cx="3132455" cy="6763384"/>
            <a:chOff x="4778242" y="3020453"/>
            <a:chExt cx="3132455" cy="6763384"/>
          </a:xfrm>
        </p:grpSpPr>
        <p:sp>
          <p:nvSpPr>
            <p:cNvPr id="15" name="object 15"/>
            <p:cNvSpPr/>
            <p:nvPr/>
          </p:nvSpPr>
          <p:spPr>
            <a:xfrm>
              <a:off x="4778235" y="3020453"/>
              <a:ext cx="3086100" cy="4953635"/>
            </a:xfrm>
            <a:custGeom>
              <a:avLst/>
              <a:gdLst/>
              <a:ahLst/>
              <a:cxnLst/>
              <a:rect l="l" t="t" r="r" b="b"/>
              <a:pathLst>
                <a:path w="3086100" h="4953634">
                  <a:moveTo>
                    <a:pt x="3086100" y="4181894"/>
                  </a:moveTo>
                  <a:lnTo>
                    <a:pt x="3084588" y="4133100"/>
                  </a:lnTo>
                  <a:lnTo>
                    <a:pt x="3080093" y="4085120"/>
                  </a:lnTo>
                  <a:lnTo>
                    <a:pt x="3072714" y="4038028"/>
                  </a:lnTo>
                  <a:lnTo>
                    <a:pt x="3062541" y="3991927"/>
                  </a:lnTo>
                  <a:lnTo>
                    <a:pt x="3049663" y="3946906"/>
                  </a:lnTo>
                  <a:lnTo>
                    <a:pt x="3034169" y="3903040"/>
                  </a:lnTo>
                  <a:lnTo>
                    <a:pt x="3016148" y="3860444"/>
                  </a:lnTo>
                  <a:lnTo>
                    <a:pt x="2995701" y="3819194"/>
                  </a:lnTo>
                  <a:lnTo>
                    <a:pt x="2972917" y="3779393"/>
                  </a:lnTo>
                  <a:lnTo>
                    <a:pt x="2947873" y="3741102"/>
                  </a:lnTo>
                  <a:lnTo>
                    <a:pt x="2920657" y="3704450"/>
                  </a:lnTo>
                  <a:lnTo>
                    <a:pt x="2891383" y="3669500"/>
                  </a:lnTo>
                  <a:lnTo>
                    <a:pt x="2860129" y="3636340"/>
                  </a:lnTo>
                  <a:lnTo>
                    <a:pt x="2826982" y="3605085"/>
                  </a:lnTo>
                  <a:lnTo>
                    <a:pt x="2792031" y="3575812"/>
                  </a:lnTo>
                  <a:lnTo>
                    <a:pt x="2755366" y="3548608"/>
                  </a:lnTo>
                  <a:lnTo>
                    <a:pt x="2717088" y="3523564"/>
                  </a:lnTo>
                  <a:lnTo>
                    <a:pt x="2677274" y="3500767"/>
                  </a:lnTo>
                  <a:lnTo>
                    <a:pt x="2636024" y="3480320"/>
                  </a:lnTo>
                  <a:lnTo>
                    <a:pt x="2593429" y="3462299"/>
                  </a:lnTo>
                  <a:lnTo>
                    <a:pt x="2549575" y="3446805"/>
                  </a:lnTo>
                  <a:lnTo>
                    <a:pt x="2504541" y="3433927"/>
                  </a:lnTo>
                  <a:lnTo>
                    <a:pt x="2458440" y="3423755"/>
                  </a:lnTo>
                  <a:lnTo>
                    <a:pt x="2411349" y="3416376"/>
                  </a:lnTo>
                  <a:lnTo>
                    <a:pt x="2363368" y="3411893"/>
                  </a:lnTo>
                  <a:lnTo>
                    <a:pt x="2314575" y="3410369"/>
                  </a:lnTo>
                  <a:lnTo>
                    <a:pt x="771525" y="3410369"/>
                  </a:lnTo>
                  <a:lnTo>
                    <a:pt x="722731" y="3411893"/>
                  </a:lnTo>
                  <a:lnTo>
                    <a:pt x="674751" y="3416376"/>
                  </a:lnTo>
                  <a:lnTo>
                    <a:pt x="627659" y="3423755"/>
                  </a:lnTo>
                  <a:lnTo>
                    <a:pt x="581558" y="3433927"/>
                  </a:lnTo>
                  <a:lnTo>
                    <a:pt x="536536" y="3446805"/>
                  </a:lnTo>
                  <a:lnTo>
                    <a:pt x="492671" y="3462299"/>
                  </a:lnTo>
                  <a:lnTo>
                    <a:pt x="450075" y="3480320"/>
                  </a:lnTo>
                  <a:lnTo>
                    <a:pt x="408825" y="3500767"/>
                  </a:lnTo>
                  <a:lnTo>
                    <a:pt x="369023" y="3523564"/>
                  </a:lnTo>
                  <a:lnTo>
                    <a:pt x="330733" y="3548608"/>
                  </a:lnTo>
                  <a:lnTo>
                    <a:pt x="294081" y="3575812"/>
                  </a:lnTo>
                  <a:lnTo>
                    <a:pt x="259130" y="3605085"/>
                  </a:lnTo>
                  <a:lnTo>
                    <a:pt x="225971" y="3636340"/>
                  </a:lnTo>
                  <a:lnTo>
                    <a:pt x="194716" y="3669500"/>
                  </a:lnTo>
                  <a:lnTo>
                    <a:pt x="165442" y="3704450"/>
                  </a:lnTo>
                  <a:lnTo>
                    <a:pt x="138226" y="3741102"/>
                  </a:lnTo>
                  <a:lnTo>
                    <a:pt x="113182" y="3779393"/>
                  </a:lnTo>
                  <a:lnTo>
                    <a:pt x="90398" y="3819194"/>
                  </a:lnTo>
                  <a:lnTo>
                    <a:pt x="69951" y="3860444"/>
                  </a:lnTo>
                  <a:lnTo>
                    <a:pt x="51930" y="3903040"/>
                  </a:lnTo>
                  <a:lnTo>
                    <a:pt x="36436" y="3946906"/>
                  </a:lnTo>
                  <a:lnTo>
                    <a:pt x="23558" y="3991927"/>
                  </a:lnTo>
                  <a:lnTo>
                    <a:pt x="13385" y="4038028"/>
                  </a:lnTo>
                  <a:lnTo>
                    <a:pt x="6007" y="4085120"/>
                  </a:lnTo>
                  <a:lnTo>
                    <a:pt x="1524" y="4133100"/>
                  </a:lnTo>
                  <a:lnTo>
                    <a:pt x="0" y="4181894"/>
                  </a:lnTo>
                  <a:lnTo>
                    <a:pt x="1524" y="4230687"/>
                  </a:lnTo>
                  <a:lnTo>
                    <a:pt x="6007" y="4278668"/>
                  </a:lnTo>
                  <a:lnTo>
                    <a:pt x="13385" y="4325759"/>
                  </a:lnTo>
                  <a:lnTo>
                    <a:pt x="23558" y="4371860"/>
                  </a:lnTo>
                  <a:lnTo>
                    <a:pt x="36436" y="4416895"/>
                  </a:lnTo>
                  <a:lnTo>
                    <a:pt x="51930" y="4460748"/>
                  </a:lnTo>
                  <a:lnTo>
                    <a:pt x="69951" y="4503344"/>
                  </a:lnTo>
                  <a:lnTo>
                    <a:pt x="90398" y="4544593"/>
                  </a:lnTo>
                  <a:lnTo>
                    <a:pt x="113182" y="4584408"/>
                  </a:lnTo>
                  <a:lnTo>
                    <a:pt x="138226" y="4622685"/>
                  </a:lnTo>
                  <a:lnTo>
                    <a:pt x="165442" y="4659350"/>
                  </a:lnTo>
                  <a:lnTo>
                    <a:pt x="194716" y="4694301"/>
                  </a:lnTo>
                  <a:lnTo>
                    <a:pt x="225971" y="4727448"/>
                  </a:lnTo>
                  <a:lnTo>
                    <a:pt x="259130" y="4758702"/>
                  </a:lnTo>
                  <a:lnTo>
                    <a:pt x="294081" y="4787989"/>
                  </a:lnTo>
                  <a:lnTo>
                    <a:pt x="330733" y="4815192"/>
                  </a:lnTo>
                  <a:lnTo>
                    <a:pt x="369023" y="4840236"/>
                  </a:lnTo>
                  <a:lnTo>
                    <a:pt x="408825" y="4863020"/>
                  </a:lnTo>
                  <a:lnTo>
                    <a:pt x="450075" y="4883467"/>
                  </a:lnTo>
                  <a:lnTo>
                    <a:pt x="492671" y="4901489"/>
                  </a:lnTo>
                  <a:lnTo>
                    <a:pt x="536536" y="4916983"/>
                  </a:lnTo>
                  <a:lnTo>
                    <a:pt x="581558" y="4929860"/>
                  </a:lnTo>
                  <a:lnTo>
                    <a:pt x="627659" y="4940033"/>
                  </a:lnTo>
                  <a:lnTo>
                    <a:pt x="674751" y="4947412"/>
                  </a:lnTo>
                  <a:lnTo>
                    <a:pt x="722731" y="4951908"/>
                  </a:lnTo>
                  <a:lnTo>
                    <a:pt x="771525" y="4953419"/>
                  </a:lnTo>
                  <a:lnTo>
                    <a:pt x="2314575" y="4953419"/>
                  </a:lnTo>
                  <a:lnTo>
                    <a:pt x="2363368" y="4951908"/>
                  </a:lnTo>
                  <a:lnTo>
                    <a:pt x="2411349" y="4947412"/>
                  </a:lnTo>
                  <a:lnTo>
                    <a:pt x="2458440" y="4940033"/>
                  </a:lnTo>
                  <a:lnTo>
                    <a:pt x="2504541" y="4929860"/>
                  </a:lnTo>
                  <a:lnTo>
                    <a:pt x="2549575" y="4916983"/>
                  </a:lnTo>
                  <a:lnTo>
                    <a:pt x="2593429" y="4901489"/>
                  </a:lnTo>
                  <a:lnTo>
                    <a:pt x="2636024" y="4883467"/>
                  </a:lnTo>
                  <a:lnTo>
                    <a:pt x="2677274" y="4863020"/>
                  </a:lnTo>
                  <a:lnTo>
                    <a:pt x="2717088" y="4840236"/>
                  </a:lnTo>
                  <a:lnTo>
                    <a:pt x="2755366" y="4815192"/>
                  </a:lnTo>
                  <a:lnTo>
                    <a:pt x="2792031" y="4787989"/>
                  </a:lnTo>
                  <a:lnTo>
                    <a:pt x="2826982" y="4758702"/>
                  </a:lnTo>
                  <a:lnTo>
                    <a:pt x="2860129" y="4727448"/>
                  </a:lnTo>
                  <a:lnTo>
                    <a:pt x="2891383" y="4694301"/>
                  </a:lnTo>
                  <a:lnTo>
                    <a:pt x="2920657" y="4659350"/>
                  </a:lnTo>
                  <a:lnTo>
                    <a:pt x="2947873" y="4622685"/>
                  </a:lnTo>
                  <a:lnTo>
                    <a:pt x="2972917" y="4584408"/>
                  </a:lnTo>
                  <a:lnTo>
                    <a:pt x="2995701" y="4544593"/>
                  </a:lnTo>
                  <a:lnTo>
                    <a:pt x="3016148" y="4503344"/>
                  </a:lnTo>
                  <a:lnTo>
                    <a:pt x="3034169" y="4460748"/>
                  </a:lnTo>
                  <a:lnTo>
                    <a:pt x="3049663" y="4416895"/>
                  </a:lnTo>
                  <a:lnTo>
                    <a:pt x="3062541" y="4371860"/>
                  </a:lnTo>
                  <a:lnTo>
                    <a:pt x="3072714" y="4325759"/>
                  </a:lnTo>
                  <a:lnTo>
                    <a:pt x="3080093" y="4278668"/>
                  </a:lnTo>
                  <a:lnTo>
                    <a:pt x="3084588" y="4230687"/>
                  </a:lnTo>
                  <a:lnTo>
                    <a:pt x="3086100" y="4181894"/>
                  </a:lnTo>
                  <a:close/>
                </a:path>
                <a:path w="3086100" h="4953634">
                  <a:moveTo>
                    <a:pt x="3086100" y="771525"/>
                  </a:moveTo>
                  <a:lnTo>
                    <a:pt x="3084588" y="722744"/>
                  </a:lnTo>
                  <a:lnTo>
                    <a:pt x="3080093" y="674751"/>
                  </a:lnTo>
                  <a:lnTo>
                    <a:pt x="3072714" y="627659"/>
                  </a:lnTo>
                  <a:lnTo>
                    <a:pt x="3062541" y="581558"/>
                  </a:lnTo>
                  <a:lnTo>
                    <a:pt x="3049663" y="536536"/>
                  </a:lnTo>
                  <a:lnTo>
                    <a:pt x="3034169" y="492683"/>
                  </a:lnTo>
                  <a:lnTo>
                    <a:pt x="3016148" y="450088"/>
                  </a:lnTo>
                  <a:lnTo>
                    <a:pt x="2995701" y="408838"/>
                  </a:lnTo>
                  <a:lnTo>
                    <a:pt x="2972917" y="369023"/>
                  </a:lnTo>
                  <a:lnTo>
                    <a:pt x="2947873" y="330746"/>
                  </a:lnTo>
                  <a:lnTo>
                    <a:pt x="2920657" y="294081"/>
                  </a:lnTo>
                  <a:lnTo>
                    <a:pt x="2891383" y="259130"/>
                  </a:lnTo>
                  <a:lnTo>
                    <a:pt x="2860129" y="225983"/>
                  </a:lnTo>
                  <a:lnTo>
                    <a:pt x="2826982" y="194716"/>
                  </a:lnTo>
                  <a:lnTo>
                    <a:pt x="2792031" y="165442"/>
                  </a:lnTo>
                  <a:lnTo>
                    <a:pt x="2755366" y="138239"/>
                  </a:lnTo>
                  <a:lnTo>
                    <a:pt x="2717088" y="113195"/>
                  </a:lnTo>
                  <a:lnTo>
                    <a:pt x="2677274" y="90398"/>
                  </a:lnTo>
                  <a:lnTo>
                    <a:pt x="2636024" y="69951"/>
                  </a:lnTo>
                  <a:lnTo>
                    <a:pt x="2593429" y="51943"/>
                  </a:lnTo>
                  <a:lnTo>
                    <a:pt x="2549575" y="36449"/>
                  </a:lnTo>
                  <a:lnTo>
                    <a:pt x="2504541" y="23571"/>
                  </a:lnTo>
                  <a:lnTo>
                    <a:pt x="2458440" y="13398"/>
                  </a:lnTo>
                  <a:lnTo>
                    <a:pt x="2411349" y="6019"/>
                  </a:lnTo>
                  <a:lnTo>
                    <a:pt x="2363368" y="1524"/>
                  </a:lnTo>
                  <a:lnTo>
                    <a:pt x="2314575" y="0"/>
                  </a:lnTo>
                  <a:lnTo>
                    <a:pt x="771525" y="0"/>
                  </a:lnTo>
                  <a:lnTo>
                    <a:pt x="722731" y="1524"/>
                  </a:lnTo>
                  <a:lnTo>
                    <a:pt x="674751" y="6019"/>
                  </a:lnTo>
                  <a:lnTo>
                    <a:pt x="627659" y="13398"/>
                  </a:lnTo>
                  <a:lnTo>
                    <a:pt x="581558" y="23571"/>
                  </a:lnTo>
                  <a:lnTo>
                    <a:pt x="536536" y="36449"/>
                  </a:lnTo>
                  <a:lnTo>
                    <a:pt x="492671" y="51943"/>
                  </a:lnTo>
                  <a:lnTo>
                    <a:pt x="450075" y="69951"/>
                  </a:lnTo>
                  <a:lnTo>
                    <a:pt x="408825" y="90398"/>
                  </a:lnTo>
                  <a:lnTo>
                    <a:pt x="369023" y="113195"/>
                  </a:lnTo>
                  <a:lnTo>
                    <a:pt x="330733" y="138239"/>
                  </a:lnTo>
                  <a:lnTo>
                    <a:pt x="294081" y="165442"/>
                  </a:lnTo>
                  <a:lnTo>
                    <a:pt x="259130" y="194716"/>
                  </a:lnTo>
                  <a:lnTo>
                    <a:pt x="225971" y="225983"/>
                  </a:lnTo>
                  <a:lnTo>
                    <a:pt x="194716" y="259130"/>
                  </a:lnTo>
                  <a:lnTo>
                    <a:pt x="165442" y="294081"/>
                  </a:lnTo>
                  <a:lnTo>
                    <a:pt x="138226" y="330746"/>
                  </a:lnTo>
                  <a:lnTo>
                    <a:pt x="113182" y="369023"/>
                  </a:lnTo>
                  <a:lnTo>
                    <a:pt x="90398" y="408838"/>
                  </a:lnTo>
                  <a:lnTo>
                    <a:pt x="69951" y="450088"/>
                  </a:lnTo>
                  <a:lnTo>
                    <a:pt x="51930" y="492683"/>
                  </a:lnTo>
                  <a:lnTo>
                    <a:pt x="36436" y="536536"/>
                  </a:lnTo>
                  <a:lnTo>
                    <a:pt x="23558" y="581558"/>
                  </a:lnTo>
                  <a:lnTo>
                    <a:pt x="13385" y="627659"/>
                  </a:lnTo>
                  <a:lnTo>
                    <a:pt x="6007" y="674751"/>
                  </a:lnTo>
                  <a:lnTo>
                    <a:pt x="1524" y="722744"/>
                  </a:lnTo>
                  <a:lnTo>
                    <a:pt x="0" y="771525"/>
                  </a:lnTo>
                  <a:lnTo>
                    <a:pt x="1524" y="820318"/>
                  </a:lnTo>
                  <a:lnTo>
                    <a:pt x="6007" y="868311"/>
                  </a:lnTo>
                  <a:lnTo>
                    <a:pt x="13385" y="915403"/>
                  </a:lnTo>
                  <a:lnTo>
                    <a:pt x="23558" y="961504"/>
                  </a:lnTo>
                  <a:lnTo>
                    <a:pt x="36436" y="1006525"/>
                  </a:lnTo>
                  <a:lnTo>
                    <a:pt x="51930" y="1050378"/>
                  </a:lnTo>
                  <a:lnTo>
                    <a:pt x="69951" y="1092974"/>
                  </a:lnTo>
                  <a:lnTo>
                    <a:pt x="90398" y="1134224"/>
                  </a:lnTo>
                  <a:lnTo>
                    <a:pt x="113182" y="1174038"/>
                  </a:lnTo>
                  <a:lnTo>
                    <a:pt x="138226" y="1212316"/>
                  </a:lnTo>
                  <a:lnTo>
                    <a:pt x="165442" y="1248981"/>
                  </a:lnTo>
                  <a:lnTo>
                    <a:pt x="194716" y="1283931"/>
                  </a:lnTo>
                  <a:lnTo>
                    <a:pt x="225971" y="1317078"/>
                  </a:lnTo>
                  <a:lnTo>
                    <a:pt x="259130" y="1348346"/>
                  </a:lnTo>
                  <a:lnTo>
                    <a:pt x="294081" y="1377619"/>
                  </a:lnTo>
                  <a:lnTo>
                    <a:pt x="330733" y="1404823"/>
                  </a:lnTo>
                  <a:lnTo>
                    <a:pt x="369023" y="1429867"/>
                  </a:lnTo>
                  <a:lnTo>
                    <a:pt x="408825" y="1452664"/>
                  </a:lnTo>
                  <a:lnTo>
                    <a:pt x="450075" y="1473111"/>
                  </a:lnTo>
                  <a:lnTo>
                    <a:pt x="492671" y="1491119"/>
                  </a:lnTo>
                  <a:lnTo>
                    <a:pt x="536536" y="1506613"/>
                  </a:lnTo>
                  <a:lnTo>
                    <a:pt x="581558" y="1519491"/>
                  </a:lnTo>
                  <a:lnTo>
                    <a:pt x="627659" y="1529664"/>
                  </a:lnTo>
                  <a:lnTo>
                    <a:pt x="674751" y="1537042"/>
                  </a:lnTo>
                  <a:lnTo>
                    <a:pt x="722731" y="1541538"/>
                  </a:lnTo>
                  <a:lnTo>
                    <a:pt x="771525" y="1543050"/>
                  </a:lnTo>
                  <a:lnTo>
                    <a:pt x="2314575" y="1543050"/>
                  </a:lnTo>
                  <a:lnTo>
                    <a:pt x="2363368" y="1541538"/>
                  </a:lnTo>
                  <a:lnTo>
                    <a:pt x="2411349" y="1537042"/>
                  </a:lnTo>
                  <a:lnTo>
                    <a:pt x="2458440" y="1529664"/>
                  </a:lnTo>
                  <a:lnTo>
                    <a:pt x="2504541" y="1519491"/>
                  </a:lnTo>
                  <a:lnTo>
                    <a:pt x="2549575" y="1506613"/>
                  </a:lnTo>
                  <a:lnTo>
                    <a:pt x="2593429" y="1491119"/>
                  </a:lnTo>
                  <a:lnTo>
                    <a:pt x="2636024" y="1473111"/>
                  </a:lnTo>
                  <a:lnTo>
                    <a:pt x="2677274" y="1452664"/>
                  </a:lnTo>
                  <a:lnTo>
                    <a:pt x="2717088" y="1429867"/>
                  </a:lnTo>
                  <a:lnTo>
                    <a:pt x="2755366" y="1404823"/>
                  </a:lnTo>
                  <a:lnTo>
                    <a:pt x="2792031" y="1377619"/>
                  </a:lnTo>
                  <a:lnTo>
                    <a:pt x="2826982" y="1348346"/>
                  </a:lnTo>
                  <a:lnTo>
                    <a:pt x="2860129" y="1317078"/>
                  </a:lnTo>
                  <a:lnTo>
                    <a:pt x="2891383" y="1283931"/>
                  </a:lnTo>
                  <a:lnTo>
                    <a:pt x="2920657" y="1248981"/>
                  </a:lnTo>
                  <a:lnTo>
                    <a:pt x="2947873" y="1212316"/>
                  </a:lnTo>
                  <a:lnTo>
                    <a:pt x="2972917" y="1174038"/>
                  </a:lnTo>
                  <a:lnTo>
                    <a:pt x="2995701" y="1134224"/>
                  </a:lnTo>
                  <a:lnTo>
                    <a:pt x="3016148" y="1092974"/>
                  </a:lnTo>
                  <a:lnTo>
                    <a:pt x="3034169" y="1050378"/>
                  </a:lnTo>
                  <a:lnTo>
                    <a:pt x="3049663" y="1006525"/>
                  </a:lnTo>
                  <a:lnTo>
                    <a:pt x="3062541" y="961504"/>
                  </a:lnTo>
                  <a:lnTo>
                    <a:pt x="3072714" y="915403"/>
                  </a:lnTo>
                  <a:lnTo>
                    <a:pt x="3080093" y="868311"/>
                  </a:lnTo>
                  <a:lnTo>
                    <a:pt x="3084588" y="820318"/>
                  </a:lnTo>
                  <a:lnTo>
                    <a:pt x="3086100" y="771525"/>
                  </a:lnTo>
                  <a:close/>
                </a:path>
              </a:pathLst>
            </a:custGeom>
            <a:solidFill>
              <a:srgbClr val="E2A8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4778235" y="4715458"/>
              <a:ext cx="3132455" cy="5068570"/>
            </a:xfrm>
            <a:custGeom>
              <a:avLst/>
              <a:gdLst/>
              <a:ahLst/>
              <a:cxnLst/>
              <a:rect l="l" t="t" r="r" b="b"/>
              <a:pathLst>
                <a:path w="3132454" h="5068570">
                  <a:moveTo>
                    <a:pt x="3086100" y="4296638"/>
                  </a:moveTo>
                  <a:lnTo>
                    <a:pt x="3084588" y="4247845"/>
                  </a:lnTo>
                  <a:lnTo>
                    <a:pt x="3080093" y="4199864"/>
                  </a:lnTo>
                  <a:lnTo>
                    <a:pt x="3072714" y="4152773"/>
                  </a:lnTo>
                  <a:lnTo>
                    <a:pt x="3062541" y="4106672"/>
                  </a:lnTo>
                  <a:lnTo>
                    <a:pt x="3049663" y="4061650"/>
                  </a:lnTo>
                  <a:lnTo>
                    <a:pt x="3034169" y="4017784"/>
                  </a:lnTo>
                  <a:lnTo>
                    <a:pt x="3016148" y="3975189"/>
                  </a:lnTo>
                  <a:lnTo>
                    <a:pt x="2995701" y="3933939"/>
                  </a:lnTo>
                  <a:lnTo>
                    <a:pt x="2972917" y="3894137"/>
                  </a:lnTo>
                  <a:lnTo>
                    <a:pt x="2947873" y="3855847"/>
                  </a:lnTo>
                  <a:lnTo>
                    <a:pt x="2920657" y="3819194"/>
                  </a:lnTo>
                  <a:lnTo>
                    <a:pt x="2891383" y="3784244"/>
                  </a:lnTo>
                  <a:lnTo>
                    <a:pt x="2860129" y="3751084"/>
                  </a:lnTo>
                  <a:lnTo>
                    <a:pt x="2826982" y="3719830"/>
                  </a:lnTo>
                  <a:lnTo>
                    <a:pt x="2792031" y="3690556"/>
                  </a:lnTo>
                  <a:lnTo>
                    <a:pt x="2755366" y="3663340"/>
                  </a:lnTo>
                  <a:lnTo>
                    <a:pt x="2717088" y="3638308"/>
                  </a:lnTo>
                  <a:lnTo>
                    <a:pt x="2677274" y="3615512"/>
                  </a:lnTo>
                  <a:lnTo>
                    <a:pt x="2636024" y="3595065"/>
                  </a:lnTo>
                  <a:lnTo>
                    <a:pt x="2593429" y="3577044"/>
                  </a:lnTo>
                  <a:lnTo>
                    <a:pt x="2549575" y="3561550"/>
                  </a:lnTo>
                  <a:lnTo>
                    <a:pt x="2504541" y="3548672"/>
                  </a:lnTo>
                  <a:lnTo>
                    <a:pt x="2458440" y="3538499"/>
                  </a:lnTo>
                  <a:lnTo>
                    <a:pt x="2411349" y="3531120"/>
                  </a:lnTo>
                  <a:lnTo>
                    <a:pt x="2363368" y="3526637"/>
                  </a:lnTo>
                  <a:lnTo>
                    <a:pt x="2314575" y="3525113"/>
                  </a:lnTo>
                  <a:lnTo>
                    <a:pt x="771525" y="3525113"/>
                  </a:lnTo>
                  <a:lnTo>
                    <a:pt x="722731" y="3526637"/>
                  </a:lnTo>
                  <a:lnTo>
                    <a:pt x="674751" y="3531120"/>
                  </a:lnTo>
                  <a:lnTo>
                    <a:pt x="627659" y="3538499"/>
                  </a:lnTo>
                  <a:lnTo>
                    <a:pt x="581558" y="3548672"/>
                  </a:lnTo>
                  <a:lnTo>
                    <a:pt x="536536" y="3561550"/>
                  </a:lnTo>
                  <a:lnTo>
                    <a:pt x="492671" y="3577044"/>
                  </a:lnTo>
                  <a:lnTo>
                    <a:pt x="450075" y="3595065"/>
                  </a:lnTo>
                  <a:lnTo>
                    <a:pt x="408825" y="3615512"/>
                  </a:lnTo>
                  <a:lnTo>
                    <a:pt x="369023" y="3638308"/>
                  </a:lnTo>
                  <a:lnTo>
                    <a:pt x="330733" y="3663340"/>
                  </a:lnTo>
                  <a:lnTo>
                    <a:pt x="294081" y="3690556"/>
                  </a:lnTo>
                  <a:lnTo>
                    <a:pt x="259130" y="3719830"/>
                  </a:lnTo>
                  <a:lnTo>
                    <a:pt x="225971" y="3751084"/>
                  </a:lnTo>
                  <a:lnTo>
                    <a:pt x="194716" y="3784244"/>
                  </a:lnTo>
                  <a:lnTo>
                    <a:pt x="165442" y="3819194"/>
                  </a:lnTo>
                  <a:lnTo>
                    <a:pt x="138226" y="3855847"/>
                  </a:lnTo>
                  <a:lnTo>
                    <a:pt x="113182" y="3894137"/>
                  </a:lnTo>
                  <a:lnTo>
                    <a:pt x="90398" y="3933939"/>
                  </a:lnTo>
                  <a:lnTo>
                    <a:pt x="69951" y="3975189"/>
                  </a:lnTo>
                  <a:lnTo>
                    <a:pt x="51930" y="4017784"/>
                  </a:lnTo>
                  <a:lnTo>
                    <a:pt x="36436" y="4061650"/>
                  </a:lnTo>
                  <a:lnTo>
                    <a:pt x="23558" y="4106672"/>
                  </a:lnTo>
                  <a:lnTo>
                    <a:pt x="13385" y="4152773"/>
                  </a:lnTo>
                  <a:lnTo>
                    <a:pt x="6007" y="4199864"/>
                  </a:lnTo>
                  <a:lnTo>
                    <a:pt x="1524" y="4247845"/>
                  </a:lnTo>
                  <a:lnTo>
                    <a:pt x="0" y="4296638"/>
                  </a:lnTo>
                  <a:lnTo>
                    <a:pt x="1524" y="4345432"/>
                  </a:lnTo>
                  <a:lnTo>
                    <a:pt x="6007" y="4393412"/>
                  </a:lnTo>
                  <a:lnTo>
                    <a:pt x="13385" y="4440504"/>
                  </a:lnTo>
                  <a:lnTo>
                    <a:pt x="23558" y="4486605"/>
                  </a:lnTo>
                  <a:lnTo>
                    <a:pt x="36436" y="4531639"/>
                  </a:lnTo>
                  <a:lnTo>
                    <a:pt x="51930" y="4575492"/>
                  </a:lnTo>
                  <a:lnTo>
                    <a:pt x="69951" y="4618088"/>
                  </a:lnTo>
                  <a:lnTo>
                    <a:pt x="90398" y="4659338"/>
                  </a:lnTo>
                  <a:lnTo>
                    <a:pt x="113182" y="4699152"/>
                  </a:lnTo>
                  <a:lnTo>
                    <a:pt x="138226" y="4737430"/>
                  </a:lnTo>
                  <a:lnTo>
                    <a:pt x="165442" y="4774095"/>
                  </a:lnTo>
                  <a:lnTo>
                    <a:pt x="194716" y="4809045"/>
                  </a:lnTo>
                  <a:lnTo>
                    <a:pt x="225971" y="4842192"/>
                  </a:lnTo>
                  <a:lnTo>
                    <a:pt x="259130" y="4873447"/>
                  </a:lnTo>
                  <a:lnTo>
                    <a:pt x="294081" y="4902733"/>
                  </a:lnTo>
                  <a:lnTo>
                    <a:pt x="330733" y="4929937"/>
                  </a:lnTo>
                  <a:lnTo>
                    <a:pt x="369023" y="4954981"/>
                  </a:lnTo>
                  <a:lnTo>
                    <a:pt x="408825" y="4977765"/>
                  </a:lnTo>
                  <a:lnTo>
                    <a:pt x="450075" y="4998212"/>
                  </a:lnTo>
                  <a:lnTo>
                    <a:pt x="492671" y="5016233"/>
                  </a:lnTo>
                  <a:lnTo>
                    <a:pt x="536536" y="5031727"/>
                  </a:lnTo>
                  <a:lnTo>
                    <a:pt x="581558" y="5044605"/>
                  </a:lnTo>
                  <a:lnTo>
                    <a:pt x="627659" y="5054778"/>
                  </a:lnTo>
                  <a:lnTo>
                    <a:pt x="674751" y="5062156"/>
                  </a:lnTo>
                  <a:lnTo>
                    <a:pt x="722731" y="5066652"/>
                  </a:lnTo>
                  <a:lnTo>
                    <a:pt x="771525" y="5068163"/>
                  </a:lnTo>
                  <a:lnTo>
                    <a:pt x="2314575" y="5068163"/>
                  </a:lnTo>
                  <a:lnTo>
                    <a:pt x="2363368" y="5066652"/>
                  </a:lnTo>
                  <a:lnTo>
                    <a:pt x="2411349" y="5062156"/>
                  </a:lnTo>
                  <a:lnTo>
                    <a:pt x="2458440" y="5054778"/>
                  </a:lnTo>
                  <a:lnTo>
                    <a:pt x="2504541" y="5044605"/>
                  </a:lnTo>
                  <a:lnTo>
                    <a:pt x="2549575" y="5031727"/>
                  </a:lnTo>
                  <a:lnTo>
                    <a:pt x="2593429" y="5016233"/>
                  </a:lnTo>
                  <a:lnTo>
                    <a:pt x="2636024" y="4998212"/>
                  </a:lnTo>
                  <a:lnTo>
                    <a:pt x="2677274" y="4977765"/>
                  </a:lnTo>
                  <a:lnTo>
                    <a:pt x="2717088" y="4954981"/>
                  </a:lnTo>
                  <a:lnTo>
                    <a:pt x="2755366" y="4929937"/>
                  </a:lnTo>
                  <a:lnTo>
                    <a:pt x="2792031" y="4902733"/>
                  </a:lnTo>
                  <a:lnTo>
                    <a:pt x="2826982" y="4873447"/>
                  </a:lnTo>
                  <a:lnTo>
                    <a:pt x="2860129" y="4842192"/>
                  </a:lnTo>
                  <a:lnTo>
                    <a:pt x="2891383" y="4809045"/>
                  </a:lnTo>
                  <a:lnTo>
                    <a:pt x="2920657" y="4774095"/>
                  </a:lnTo>
                  <a:lnTo>
                    <a:pt x="2947873" y="4737430"/>
                  </a:lnTo>
                  <a:lnTo>
                    <a:pt x="2972917" y="4699152"/>
                  </a:lnTo>
                  <a:lnTo>
                    <a:pt x="2995701" y="4659338"/>
                  </a:lnTo>
                  <a:lnTo>
                    <a:pt x="3016148" y="4618088"/>
                  </a:lnTo>
                  <a:lnTo>
                    <a:pt x="3034169" y="4575492"/>
                  </a:lnTo>
                  <a:lnTo>
                    <a:pt x="3049663" y="4531639"/>
                  </a:lnTo>
                  <a:lnTo>
                    <a:pt x="3062541" y="4486605"/>
                  </a:lnTo>
                  <a:lnTo>
                    <a:pt x="3072714" y="4440504"/>
                  </a:lnTo>
                  <a:lnTo>
                    <a:pt x="3080093" y="4393412"/>
                  </a:lnTo>
                  <a:lnTo>
                    <a:pt x="3084588" y="4345432"/>
                  </a:lnTo>
                  <a:lnTo>
                    <a:pt x="3086100" y="4296638"/>
                  </a:lnTo>
                  <a:close/>
                </a:path>
                <a:path w="3132454" h="5068570">
                  <a:moveTo>
                    <a:pt x="3132036" y="771525"/>
                  </a:moveTo>
                  <a:lnTo>
                    <a:pt x="3130512" y="722744"/>
                  </a:lnTo>
                  <a:lnTo>
                    <a:pt x="3126028" y="674751"/>
                  </a:lnTo>
                  <a:lnTo>
                    <a:pt x="3118650" y="627659"/>
                  </a:lnTo>
                  <a:lnTo>
                    <a:pt x="3108477" y="581558"/>
                  </a:lnTo>
                  <a:lnTo>
                    <a:pt x="3095599" y="536536"/>
                  </a:lnTo>
                  <a:lnTo>
                    <a:pt x="3080105" y="492683"/>
                  </a:lnTo>
                  <a:lnTo>
                    <a:pt x="3062084" y="450088"/>
                  </a:lnTo>
                  <a:lnTo>
                    <a:pt x="3041637" y="408838"/>
                  </a:lnTo>
                  <a:lnTo>
                    <a:pt x="3018853" y="369023"/>
                  </a:lnTo>
                  <a:lnTo>
                    <a:pt x="2993809" y="330746"/>
                  </a:lnTo>
                  <a:lnTo>
                    <a:pt x="2966593" y="294081"/>
                  </a:lnTo>
                  <a:lnTo>
                    <a:pt x="2937319" y="259130"/>
                  </a:lnTo>
                  <a:lnTo>
                    <a:pt x="2906064" y="225983"/>
                  </a:lnTo>
                  <a:lnTo>
                    <a:pt x="2872905" y="194716"/>
                  </a:lnTo>
                  <a:lnTo>
                    <a:pt x="2837954" y="165442"/>
                  </a:lnTo>
                  <a:lnTo>
                    <a:pt x="2801302" y="138239"/>
                  </a:lnTo>
                  <a:lnTo>
                    <a:pt x="2763024" y="113195"/>
                  </a:lnTo>
                  <a:lnTo>
                    <a:pt x="2723210" y="90398"/>
                  </a:lnTo>
                  <a:lnTo>
                    <a:pt x="2681960" y="69951"/>
                  </a:lnTo>
                  <a:lnTo>
                    <a:pt x="2639364" y="51943"/>
                  </a:lnTo>
                  <a:lnTo>
                    <a:pt x="2595499" y="36449"/>
                  </a:lnTo>
                  <a:lnTo>
                    <a:pt x="2550477" y="23571"/>
                  </a:lnTo>
                  <a:lnTo>
                    <a:pt x="2504376" y="13398"/>
                  </a:lnTo>
                  <a:lnTo>
                    <a:pt x="2457285" y="6019"/>
                  </a:lnTo>
                  <a:lnTo>
                    <a:pt x="2409304" y="1524"/>
                  </a:lnTo>
                  <a:lnTo>
                    <a:pt x="2360511" y="0"/>
                  </a:lnTo>
                  <a:lnTo>
                    <a:pt x="817460" y="0"/>
                  </a:lnTo>
                  <a:lnTo>
                    <a:pt x="768667" y="1524"/>
                  </a:lnTo>
                  <a:lnTo>
                    <a:pt x="720686" y="6019"/>
                  </a:lnTo>
                  <a:lnTo>
                    <a:pt x="673595" y="13398"/>
                  </a:lnTo>
                  <a:lnTo>
                    <a:pt x="627494" y="23571"/>
                  </a:lnTo>
                  <a:lnTo>
                    <a:pt x="582472" y="36449"/>
                  </a:lnTo>
                  <a:lnTo>
                    <a:pt x="538607" y="51943"/>
                  </a:lnTo>
                  <a:lnTo>
                    <a:pt x="496011" y="69951"/>
                  </a:lnTo>
                  <a:lnTo>
                    <a:pt x="454761" y="90398"/>
                  </a:lnTo>
                  <a:lnTo>
                    <a:pt x="414947" y="113195"/>
                  </a:lnTo>
                  <a:lnTo>
                    <a:pt x="376669" y="138239"/>
                  </a:lnTo>
                  <a:lnTo>
                    <a:pt x="340017" y="165442"/>
                  </a:lnTo>
                  <a:lnTo>
                    <a:pt x="305066" y="194716"/>
                  </a:lnTo>
                  <a:lnTo>
                    <a:pt x="271907" y="225983"/>
                  </a:lnTo>
                  <a:lnTo>
                    <a:pt x="240652" y="259130"/>
                  </a:lnTo>
                  <a:lnTo>
                    <a:pt x="211378" y="294081"/>
                  </a:lnTo>
                  <a:lnTo>
                    <a:pt x="184162" y="330746"/>
                  </a:lnTo>
                  <a:lnTo>
                    <a:pt x="159118" y="369023"/>
                  </a:lnTo>
                  <a:lnTo>
                    <a:pt x="136334" y="408838"/>
                  </a:lnTo>
                  <a:lnTo>
                    <a:pt x="115887" y="450088"/>
                  </a:lnTo>
                  <a:lnTo>
                    <a:pt x="97866" y="492683"/>
                  </a:lnTo>
                  <a:lnTo>
                    <a:pt x="82372" y="536536"/>
                  </a:lnTo>
                  <a:lnTo>
                    <a:pt x="69494" y="581558"/>
                  </a:lnTo>
                  <a:lnTo>
                    <a:pt x="59321" y="627659"/>
                  </a:lnTo>
                  <a:lnTo>
                    <a:pt x="51943" y="674751"/>
                  </a:lnTo>
                  <a:lnTo>
                    <a:pt x="47459" y="722744"/>
                  </a:lnTo>
                  <a:lnTo>
                    <a:pt x="45935" y="771525"/>
                  </a:lnTo>
                  <a:lnTo>
                    <a:pt x="47459" y="820318"/>
                  </a:lnTo>
                  <a:lnTo>
                    <a:pt x="51943" y="868311"/>
                  </a:lnTo>
                  <a:lnTo>
                    <a:pt x="59321" y="915403"/>
                  </a:lnTo>
                  <a:lnTo>
                    <a:pt x="69494" y="961504"/>
                  </a:lnTo>
                  <a:lnTo>
                    <a:pt x="82372" y="1006525"/>
                  </a:lnTo>
                  <a:lnTo>
                    <a:pt x="97866" y="1050378"/>
                  </a:lnTo>
                  <a:lnTo>
                    <a:pt x="115887" y="1092974"/>
                  </a:lnTo>
                  <a:lnTo>
                    <a:pt x="136334" y="1134224"/>
                  </a:lnTo>
                  <a:lnTo>
                    <a:pt x="159118" y="1174038"/>
                  </a:lnTo>
                  <a:lnTo>
                    <a:pt x="184162" y="1212316"/>
                  </a:lnTo>
                  <a:lnTo>
                    <a:pt x="211378" y="1248981"/>
                  </a:lnTo>
                  <a:lnTo>
                    <a:pt x="240652" y="1283931"/>
                  </a:lnTo>
                  <a:lnTo>
                    <a:pt x="271907" y="1317078"/>
                  </a:lnTo>
                  <a:lnTo>
                    <a:pt x="305066" y="1348346"/>
                  </a:lnTo>
                  <a:lnTo>
                    <a:pt x="340017" y="1377619"/>
                  </a:lnTo>
                  <a:lnTo>
                    <a:pt x="376669" y="1404823"/>
                  </a:lnTo>
                  <a:lnTo>
                    <a:pt x="414947" y="1429867"/>
                  </a:lnTo>
                  <a:lnTo>
                    <a:pt x="454761" y="1452664"/>
                  </a:lnTo>
                  <a:lnTo>
                    <a:pt x="496011" y="1473111"/>
                  </a:lnTo>
                  <a:lnTo>
                    <a:pt x="538607" y="1491119"/>
                  </a:lnTo>
                  <a:lnTo>
                    <a:pt x="582472" y="1506613"/>
                  </a:lnTo>
                  <a:lnTo>
                    <a:pt x="627494" y="1519491"/>
                  </a:lnTo>
                  <a:lnTo>
                    <a:pt x="673595" y="1529664"/>
                  </a:lnTo>
                  <a:lnTo>
                    <a:pt x="720686" y="1537042"/>
                  </a:lnTo>
                  <a:lnTo>
                    <a:pt x="768667" y="1541538"/>
                  </a:lnTo>
                  <a:lnTo>
                    <a:pt x="817460" y="1543050"/>
                  </a:lnTo>
                  <a:lnTo>
                    <a:pt x="2360511" y="1543050"/>
                  </a:lnTo>
                  <a:lnTo>
                    <a:pt x="2409304" y="1541538"/>
                  </a:lnTo>
                  <a:lnTo>
                    <a:pt x="2457285" y="1537042"/>
                  </a:lnTo>
                  <a:lnTo>
                    <a:pt x="2504376" y="1529664"/>
                  </a:lnTo>
                  <a:lnTo>
                    <a:pt x="2550477" y="1519491"/>
                  </a:lnTo>
                  <a:lnTo>
                    <a:pt x="2595499" y="1506613"/>
                  </a:lnTo>
                  <a:lnTo>
                    <a:pt x="2639364" y="1491119"/>
                  </a:lnTo>
                  <a:lnTo>
                    <a:pt x="2681960" y="1473111"/>
                  </a:lnTo>
                  <a:lnTo>
                    <a:pt x="2723210" y="1452664"/>
                  </a:lnTo>
                  <a:lnTo>
                    <a:pt x="2763024" y="1429867"/>
                  </a:lnTo>
                  <a:lnTo>
                    <a:pt x="2801302" y="1404823"/>
                  </a:lnTo>
                  <a:lnTo>
                    <a:pt x="2837954" y="1377619"/>
                  </a:lnTo>
                  <a:lnTo>
                    <a:pt x="2872905" y="1348346"/>
                  </a:lnTo>
                  <a:lnTo>
                    <a:pt x="2906064" y="1317078"/>
                  </a:lnTo>
                  <a:lnTo>
                    <a:pt x="2937319" y="1283931"/>
                  </a:lnTo>
                  <a:lnTo>
                    <a:pt x="2966593" y="1248981"/>
                  </a:lnTo>
                  <a:lnTo>
                    <a:pt x="2993809" y="1212316"/>
                  </a:lnTo>
                  <a:lnTo>
                    <a:pt x="3018853" y="1174038"/>
                  </a:lnTo>
                  <a:lnTo>
                    <a:pt x="3041637" y="1134224"/>
                  </a:lnTo>
                  <a:lnTo>
                    <a:pt x="3062084" y="1092974"/>
                  </a:lnTo>
                  <a:lnTo>
                    <a:pt x="3080105" y="1050378"/>
                  </a:lnTo>
                  <a:lnTo>
                    <a:pt x="3095599" y="1006525"/>
                  </a:lnTo>
                  <a:lnTo>
                    <a:pt x="3108477" y="961504"/>
                  </a:lnTo>
                  <a:lnTo>
                    <a:pt x="3118650" y="915403"/>
                  </a:lnTo>
                  <a:lnTo>
                    <a:pt x="3126028" y="868311"/>
                  </a:lnTo>
                  <a:lnTo>
                    <a:pt x="3130512" y="820318"/>
                  </a:lnTo>
                  <a:lnTo>
                    <a:pt x="3132036" y="771525"/>
                  </a:lnTo>
                  <a:close/>
                </a:path>
              </a:pathLst>
            </a:custGeom>
            <a:solidFill>
              <a:srgbClr val="59D957">
                <a:alpha val="564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6473056" y="4463229"/>
              <a:ext cx="8255" cy="364490"/>
            </a:xfrm>
            <a:custGeom>
              <a:avLst/>
              <a:gdLst/>
              <a:ahLst/>
              <a:cxnLst/>
              <a:rect l="l" t="t" r="r" b="b"/>
              <a:pathLst>
                <a:path w="8254" h="364489">
                  <a:moveTo>
                    <a:pt x="0" y="0"/>
                  </a:moveTo>
                  <a:lnTo>
                    <a:pt x="8033" y="364487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422275" y="4750276"/>
              <a:ext cx="114300" cy="77470"/>
            </a:xfrm>
            <a:custGeom>
              <a:avLst/>
              <a:gdLst/>
              <a:ahLst/>
              <a:cxnLst/>
              <a:rect l="l" t="t" r="r" b="b"/>
              <a:pathLst>
                <a:path w="114300" h="77470">
                  <a:moveTo>
                    <a:pt x="114272" y="0"/>
                  </a:moveTo>
                  <a:lnTo>
                    <a:pt x="58815" y="77440"/>
                  </a:lnTo>
                  <a:lnTo>
                    <a:pt x="0" y="2518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6367179" y="6129817"/>
              <a:ext cx="0" cy="365125"/>
            </a:xfrm>
            <a:custGeom>
              <a:avLst/>
              <a:gdLst/>
              <a:ahLst/>
              <a:cxnLst/>
              <a:rect l="l" t="t" r="r" b="b"/>
              <a:pathLst>
                <a:path w="0" h="365125">
                  <a:moveTo>
                    <a:pt x="0" y="0"/>
                  </a:moveTo>
                  <a:lnTo>
                    <a:pt x="0" y="364576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6310029" y="6418193"/>
              <a:ext cx="114300" cy="76200"/>
            </a:xfrm>
            <a:custGeom>
              <a:avLst/>
              <a:gdLst/>
              <a:ahLst/>
              <a:cxnLst/>
              <a:rect l="l" t="t" r="r" b="b"/>
              <a:pathLst>
                <a:path w="114300" h="76200">
                  <a:moveTo>
                    <a:pt x="114299" y="0"/>
                  </a:moveTo>
                  <a:lnTo>
                    <a:pt x="57149" y="76200"/>
                  </a:lnTo>
                  <a:lnTo>
                    <a:pt x="0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6291106" y="7892512"/>
              <a:ext cx="8255" cy="364490"/>
            </a:xfrm>
            <a:custGeom>
              <a:avLst/>
              <a:gdLst/>
              <a:ahLst/>
              <a:cxnLst/>
              <a:rect l="l" t="t" r="r" b="b"/>
              <a:pathLst>
                <a:path w="8254" h="364490">
                  <a:moveTo>
                    <a:pt x="0" y="0"/>
                  </a:moveTo>
                  <a:lnTo>
                    <a:pt x="8033" y="364487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6240324" y="8179559"/>
              <a:ext cx="114300" cy="77470"/>
            </a:xfrm>
            <a:custGeom>
              <a:avLst/>
              <a:gdLst/>
              <a:ahLst/>
              <a:cxnLst/>
              <a:rect l="l" t="t" r="r" b="b"/>
              <a:pathLst>
                <a:path w="114300" h="77470">
                  <a:moveTo>
                    <a:pt x="114272" y="0"/>
                  </a:moveTo>
                  <a:lnTo>
                    <a:pt x="58815" y="77440"/>
                  </a:lnTo>
                  <a:lnTo>
                    <a:pt x="0" y="2518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/>
          <p:cNvSpPr txBox="1"/>
          <p:nvPr/>
        </p:nvSpPr>
        <p:spPr>
          <a:xfrm>
            <a:off x="5605224" y="3561822"/>
            <a:ext cx="1432560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b="1">
                <a:latin typeface="Calibri"/>
                <a:cs typeface="Calibri"/>
              </a:rPr>
              <a:t>Local</a:t>
            </a:r>
            <a:r>
              <a:rPr dirty="0" sz="2200" spc="-70" b="1">
                <a:latin typeface="Calibri"/>
                <a:cs typeface="Calibri"/>
              </a:rPr>
              <a:t> </a:t>
            </a:r>
            <a:r>
              <a:rPr dirty="0" sz="2200" spc="-20" b="1">
                <a:latin typeface="Calibri"/>
                <a:cs typeface="Calibri"/>
              </a:rPr>
              <a:t>Model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700930" y="5158283"/>
            <a:ext cx="1235710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b="1">
                <a:latin typeface="Calibri"/>
                <a:cs typeface="Calibri"/>
              </a:rPr>
              <a:t>Cloud</a:t>
            </a:r>
            <a:r>
              <a:rPr dirty="0" sz="2200" spc="-35" b="1">
                <a:latin typeface="Calibri"/>
                <a:cs typeface="Calibri"/>
              </a:rPr>
              <a:t> </a:t>
            </a:r>
            <a:r>
              <a:rPr dirty="0" sz="2200" spc="-25" b="1">
                <a:latin typeface="Calibri"/>
                <a:cs typeface="Calibri"/>
              </a:rPr>
              <a:t>LLM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481452" y="6890363"/>
            <a:ext cx="1680210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b="1">
                <a:latin typeface="Calibri"/>
                <a:cs typeface="Calibri"/>
              </a:rPr>
              <a:t>Streaming</a:t>
            </a:r>
            <a:r>
              <a:rPr dirty="0" sz="2200" spc="-85" b="1">
                <a:latin typeface="Calibri"/>
                <a:cs typeface="Calibri"/>
              </a:rPr>
              <a:t> </a:t>
            </a:r>
            <a:r>
              <a:rPr dirty="0" sz="2200" spc="-25" b="1">
                <a:latin typeface="Calibri"/>
                <a:cs typeface="Calibri"/>
              </a:rPr>
              <a:t>STT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402129" y="8781936"/>
            <a:ext cx="203517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b="1">
                <a:latin typeface="Calibri"/>
                <a:cs typeface="Calibri"/>
              </a:rPr>
              <a:t>Speculative</a:t>
            </a:r>
            <a:r>
              <a:rPr dirty="0" sz="2200" spc="-125" b="1">
                <a:latin typeface="Calibri"/>
                <a:cs typeface="Calibri"/>
              </a:rPr>
              <a:t> </a:t>
            </a:r>
            <a:r>
              <a:rPr dirty="0" sz="2200" spc="-20" b="1">
                <a:latin typeface="Calibri"/>
                <a:cs typeface="Calibri"/>
              </a:rPr>
              <a:t>Forks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8631952" y="3408247"/>
            <a:ext cx="3138170" cy="6211570"/>
            <a:chOff x="8631952" y="3408247"/>
            <a:chExt cx="3138170" cy="6211570"/>
          </a:xfrm>
        </p:grpSpPr>
        <p:sp>
          <p:nvSpPr>
            <p:cNvPr id="24" name="object 24"/>
            <p:cNvSpPr/>
            <p:nvPr/>
          </p:nvSpPr>
          <p:spPr>
            <a:xfrm>
              <a:off x="8631952" y="3408247"/>
              <a:ext cx="3086100" cy="1543050"/>
            </a:xfrm>
            <a:custGeom>
              <a:avLst/>
              <a:gdLst/>
              <a:ahLst/>
              <a:cxnLst/>
              <a:rect l="l" t="t" r="r" b="b"/>
              <a:pathLst>
                <a:path w="3086100" h="1543050">
                  <a:moveTo>
                    <a:pt x="2314574" y="1543049"/>
                  </a:moveTo>
                  <a:lnTo>
                    <a:pt x="771524" y="1543049"/>
                  </a:lnTo>
                  <a:lnTo>
                    <a:pt x="0" y="771524"/>
                  </a:lnTo>
                  <a:lnTo>
                    <a:pt x="771524" y="0"/>
                  </a:lnTo>
                  <a:lnTo>
                    <a:pt x="2314574" y="0"/>
                  </a:lnTo>
                  <a:lnTo>
                    <a:pt x="3086099" y="771524"/>
                  </a:lnTo>
                  <a:lnTo>
                    <a:pt x="2314574" y="1543049"/>
                  </a:lnTo>
                  <a:close/>
                </a:path>
              </a:pathLst>
            </a:custGeom>
            <a:solidFill>
              <a:srgbClr val="48CC2D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8645385" y="4951297"/>
              <a:ext cx="3124200" cy="4668520"/>
            </a:xfrm>
            <a:custGeom>
              <a:avLst/>
              <a:gdLst/>
              <a:ahLst/>
              <a:cxnLst/>
              <a:rect l="l" t="t" r="r" b="b"/>
              <a:pathLst>
                <a:path w="3124200" h="4668520">
                  <a:moveTo>
                    <a:pt x="3086100" y="771525"/>
                  </a:moveTo>
                  <a:lnTo>
                    <a:pt x="2314575" y="0"/>
                  </a:lnTo>
                  <a:lnTo>
                    <a:pt x="771525" y="0"/>
                  </a:lnTo>
                  <a:lnTo>
                    <a:pt x="0" y="771525"/>
                  </a:lnTo>
                  <a:lnTo>
                    <a:pt x="771525" y="1543050"/>
                  </a:lnTo>
                  <a:lnTo>
                    <a:pt x="2314575" y="1543050"/>
                  </a:lnTo>
                  <a:lnTo>
                    <a:pt x="3086100" y="771525"/>
                  </a:lnTo>
                  <a:close/>
                </a:path>
                <a:path w="3124200" h="4668520">
                  <a:moveTo>
                    <a:pt x="3124200" y="3896398"/>
                  </a:moveTo>
                  <a:lnTo>
                    <a:pt x="2352675" y="3124873"/>
                  </a:lnTo>
                  <a:lnTo>
                    <a:pt x="809625" y="3124873"/>
                  </a:lnTo>
                  <a:lnTo>
                    <a:pt x="38100" y="3896398"/>
                  </a:lnTo>
                  <a:lnTo>
                    <a:pt x="809625" y="4667923"/>
                  </a:lnTo>
                  <a:lnTo>
                    <a:pt x="2352675" y="4667923"/>
                  </a:lnTo>
                  <a:lnTo>
                    <a:pt x="3124200" y="3896398"/>
                  </a:lnTo>
                  <a:close/>
                </a:path>
              </a:pathLst>
            </a:custGeom>
            <a:solidFill>
              <a:srgbClr val="FFDE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8683491" y="6513396"/>
              <a:ext cx="3086100" cy="1543050"/>
            </a:xfrm>
            <a:custGeom>
              <a:avLst/>
              <a:gdLst/>
              <a:ahLst/>
              <a:cxnLst/>
              <a:rect l="l" t="t" r="r" b="b"/>
              <a:pathLst>
                <a:path w="3086100" h="1543050">
                  <a:moveTo>
                    <a:pt x="2314574" y="1543049"/>
                  </a:moveTo>
                  <a:lnTo>
                    <a:pt x="771524" y="1543049"/>
                  </a:lnTo>
                  <a:lnTo>
                    <a:pt x="0" y="771524"/>
                  </a:lnTo>
                  <a:lnTo>
                    <a:pt x="771524" y="0"/>
                  </a:lnTo>
                  <a:lnTo>
                    <a:pt x="2314574" y="0"/>
                  </a:lnTo>
                  <a:lnTo>
                    <a:pt x="3086099" y="771524"/>
                  </a:lnTo>
                  <a:lnTo>
                    <a:pt x="2314574" y="1543049"/>
                  </a:lnTo>
                  <a:close/>
                </a:path>
              </a:pathLst>
            </a:custGeom>
            <a:solidFill>
              <a:srgbClr val="48CC2D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10153869" y="7892093"/>
              <a:ext cx="8255" cy="364490"/>
            </a:xfrm>
            <a:custGeom>
              <a:avLst/>
              <a:gdLst/>
              <a:ahLst/>
              <a:cxnLst/>
              <a:rect l="l" t="t" r="r" b="b"/>
              <a:pathLst>
                <a:path w="8254" h="364490">
                  <a:moveTo>
                    <a:pt x="0" y="0"/>
                  </a:moveTo>
                  <a:lnTo>
                    <a:pt x="8033" y="364487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10103087" y="8179139"/>
              <a:ext cx="114300" cy="77470"/>
            </a:xfrm>
            <a:custGeom>
              <a:avLst/>
              <a:gdLst/>
              <a:ahLst/>
              <a:cxnLst/>
              <a:rect l="l" t="t" r="r" b="b"/>
              <a:pathLst>
                <a:path w="114300" h="77470">
                  <a:moveTo>
                    <a:pt x="114272" y="0"/>
                  </a:moveTo>
                  <a:lnTo>
                    <a:pt x="58815" y="77440"/>
                  </a:lnTo>
                  <a:lnTo>
                    <a:pt x="0" y="2518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10170729" y="4768029"/>
              <a:ext cx="8255" cy="364490"/>
            </a:xfrm>
            <a:custGeom>
              <a:avLst/>
              <a:gdLst/>
              <a:ahLst/>
              <a:cxnLst/>
              <a:rect l="l" t="t" r="r" b="b"/>
              <a:pathLst>
                <a:path w="8254" h="364489">
                  <a:moveTo>
                    <a:pt x="0" y="0"/>
                  </a:moveTo>
                  <a:lnTo>
                    <a:pt x="8033" y="364487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10119948" y="5055076"/>
              <a:ext cx="114300" cy="77470"/>
            </a:xfrm>
            <a:custGeom>
              <a:avLst/>
              <a:gdLst/>
              <a:ahLst/>
              <a:cxnLst/>
              <a:rect l="l" t="t" r="r" b="b"/>
              <a:pathLst>
                <a:path w="114300" h="77470">
                  <a:moveTo>
                    <a:pt x="114272" y="0"/>
                  </a:moveTo>
                  <a:lnTo>
                    <a:pt x="58815" y="77440"/>
                  </a:lnTo>
                  <a:lnTo>
                    <a:pt x="0" y="2518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10325314" y="6218782"/>
              <a:ext cx="8255" cy="364490"/>
            </a:xfrm>
            <a:custGeom>
              <a:avLst/>
              <a:gdLst/>
              <a:ahLst/>
              <a:cxnLst/>
              <a:rect l="l" t="t" r="r" b="b"/>
              <a:pathLst>
                <a:path w="8254" h="364490">
                  <a:moveTo>
                    <a:pt x="0" y="0"/>
                  </a:moveTo>
                  <a:lnTo>
                    <a:pt x="8033" y="364487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10274532" y="6505829"/>
              <a:ext cx="114300" cy="77470"/>
            </a:xfrm>
            <a:custGeom>
              <a:avLst/>
              <a:gdLst/>
              <a:ahLst/>
              <a:cxnLst/>
              <a:rect l="l" t="t" r="r" b="b"/>
              <a:pathLst>
                <a:path w="114300" h="77470">
                  <a:moveTo>
                    <a:pt x="114272" y="0"/>
                  </a:moveTo>
                  <a:lnTo>
                    <a:pt x="58815" y="77440"/>
                  </a:lnTo>
                  <a:lnTo>
                    <a:pt x="0" y="2518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8" name="object 48"/>
          <p:cNvSpPr txBox="1"/>
          <p:nvPr/>
        </p:nvSpPr>
        <p:spPr>
          <a:xfrm>
            <a:off x="9562729" y="3785214"/>
            <a:ext cx="132778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10" b="1">
                <a:latin typeface="Calibri"/>
                <a:cs typeface="Calibri"/>
              </a:rPr>
              <a:t>Checkpoint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9661391" y="5492665"/>
            <a:ext cx="123888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b="1">
                <a:latin typeface="Calibri"/>
                <a:cs typeface="Calibri"/>
              </a:rPr>
              <a:t>Goal</a:t>
            </a:r>
            <a:r>
              <a:rPr dirty="0" sz="2200" spc="-45" b="1">
                <a:latin typeface="Calibri"/>
                <a:cs typeface="Calibri"/>
              </a:rPr>
              <a:t> </a:t>
            </a:r>
            <a:r>
              <a:rPr dirty="0" sz="2200" spc="-10" b="1">
                <a:latin typeface="Calibri"/>
                <a:cs typeface="Calibri"/>
              </a:rPr>
              <a:t>Stack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3117281" y="3641073"/>
            <a:ext cx="4172585" cy="21272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>
              <a:lnSpc>
                <a:spcPts val="3415"/>
              </a:lnSpc>
              <a:spcBef>
                <a:spcPts val="135"/>
              </a:spcBef>
            </a:pPr>
            <a:r>
              <a:rPr dirty="0" sz="3000" spc="-10" b="1">
                <a:solidFill>
                  <a:srgbClr val="004AAC"/>
                </a:solidFill>
                <a:latin typeface="Calibri"/>
                <a:cs typeface="Calibri"/>
              </a:rPr>
              <a:t>DESKTOP</a:t>
            </a:r>
            <a:endParaRPr sz="3000">
              <a:latin typeface="Calibri"/>
              <a:cs typeface="Calibri"/>
            </a:endParaRPr>
          </a:p>
          <a:p>
            <a:pPr algn="ctr" marL="12065" marR="5080">
              <a:lnSpc>
                <a:spcPts val="3229"/>
              </a:lnSpc>
              <a:spcBef>
                <a:spcPts val="229"/>
              </a:spcBef>
            </a:pPr>
            <a:r>
              <a:rPr dirty="0" sz="3000" b="1">
                <a:latin typeface="Calibri"/>
                <a:cs typeface="Calibri"/>
              </a:rPr>
              <a:t>TypeScript</a:t>
            </a:r>
            <a:r>
              <a:rPr dirty="0" sz="3000" spc="-10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·</a:t>
            </a:r>
            <a:r>
              <a:rPr dirty="0" sz="3000" spc="-5" b="1">
                <a:latin typeface="Calibri"/>
                <a:cs typeface="Calibri"/>
              </a:rPr>
              <a:t> </a:t>
            </a:r>
            <a:r>
              <a:rPr dirty="0" sz="3000" spc="-10" b="1">
                <a:latin typeface="Calibri"/>
                <a:cs typeface="Calibri"/>
              </a:rPr>
              <a:t>Chrome </a:t>
            </a:r>
            <a:r>
              <a:rPr dirty="0" sz="3000" b="1">
                <a:latin typeface="Calibri"/>
                <a:cs typeface="Calibri"/>
              </a:rPr>
              <a:t>Manifest</a:t>
            </a:r>
            <a:r>
              <a:rPr dirty="0" sz="3000" spc="15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V3</a:t>
            </a:r>
            <a:r>
              <a:rPr dirty="0" sz="3000" spc="20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·</a:t>
            </a:r>
            <a:r>
              <a:rPr dirty="0" sz="3000" spc="20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VS</a:t>
            </a:r>
            <a:r>
              <a:rPr dirty="0" sz="3000" spc="20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Code</a:t>
            </a:r>
            <a:r>
              <a:rPr dirty="0" sz="3000" spc="20" b="1">
                <a:latin typeface="Calibri"/>
                <a:cs typeface="Calibri"/>
              </a:rPr>
              <a:t> </a:t>
            </a:r>
            <a:r>
              <a:rPr dirty="0" sz="3000" spc="-25" b="1">
                <a:latin typeface="Calibri"/>
                <a:cs typeface="Calibri"/>
              </a:rPr>
              <a:t>API</a:t>
            </a:r>
            <a:endParaRPr sz="3000">
              <a:latin typeface="Calibri"/>
              <a:cs typeface="Calibri"/>
            </a:endParaRPr>
          </a:p>
          <a:p>
            <a:pPr algn="ctr">
              <a:lnSpc>
                <a:spcPts val="2985"/>
              </a:lnSpc>
            </a:pPr>
            <a:r>
              <a:rPr dirty="0" sz="3000" b="1">
                <a:latin typeface="Calibri"/>
                <a:cs typeface="Calibri"/>
              </a:rPr>
              <a:t>·</a:t>
            </a:r>
            <a:r>
              <a:rPr dirty="0" sz="3000" spc="55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pywinauto/UIA</a:t>
            </a:r>
            <a:r>
              <a:rPr dirty="0" sz="3000" spc="60" b="1">
                <a:latin typeface="Calibri"/>
                <a:cs typeface="Calibri"/>
              </a:rPr>
              <a:t> </a:t>
            </a:r>
            <a:r>
              <a:rPr dirty="0" sz="3000" spc="-50" b="1">
                <a:latin typeface="Calibri"/>
                <a:cs typeface="Calibri"/>
              </a:rPr>
              <a:t>·</a:t>
            </a:r>
            <a:endParaRPr sz="3000">
              <a:latin typeface="Calibri"/>
              <a:cs typeface="Calibri"/>
            </a:endParaRPr>
          </a:p>
          <a:p>
            <a:pPr algn="ctr">
              <a:lnSpc>
                <a:spcPts val="3415"/>
              </a:lnSpc>
            </a:pPr>
            <a:r>
              <a:rPr dirty="0" sz="3000" spc="-10" b="1">
                <a:latin typeface="Calibri"/>
                <a:cs typeface="Calibri"/>
              </a:rPr>
              <a:t>Electron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9301029" y="7055100"/>
            <a:ext cx="1959610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b="1">
                <a:latin typeface="Calibri"/>
                <a:cs typeface="Calibri"/>
              </a:rPr>
              <a:t>Interrupt</a:t>
            </a:r>
            <a:r>
              <a:rPr dirty="0" sz="2200" spc="-114" b="1">
                <a:latin typeface="Calibri"/>
                <a:cs typeface="Calibri"/>
              </a:rPr>
              <a:t> </a:t>
            </a:r>
            <a:r>
              <a:rPr dirty="0" sz="2200" spc="-10" b="1">
                <a:latin typeface="Calibri"/>
                <a:cs typeface="Calibri"/>
              </a:rPr>
              <a:t>Arbiter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3338588" y="6098523"/>
            <a:ext cx="3729990" cy="17176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>
              <a:lnSpc>
                <a:spcPts val="3415"/>
              </a:lnSpc>
              <a:spcBef>
                <a:spcPts val="135"/>
              </a:spcBef>
            </a:pPr>
            <a:r>
              <a:rPr dirty="0" sz="3000" spc="-25" b="1">
                <a:solidFill>
                  <a:srgbClr val="004AAC"/>
                </a:solidFill>
                <a:latin typeface="Calibri"/>
                <a:cs typeface="Calibri"/>
              </a:rPr>
              <a:t>AI</a:t>
            </a:r>
            <a:endParaRPr sz="3000">
              <a:latin typeface="Calibri"/>
              <a:cs typeface="Calibri"/>
            </a:endParaRPr>
          </a:p>
          <a:p>
            <a:pPr algn="ctr" marL="12700" marR="5080">
              <a:lnSpc>
                <a:spcPts val="3229"/>
              </a:lnSpc>
              <a:spcBef>
                <a:spcPts val="229"/>
              </a:spcBef>
            </a:pPr>
            <a:r>
              <a:rPr dirty="0" sz="3000" b="1">
                <a:latin typeface="Calibri"/>
                <a:cs typeface="Calibri"/>
              </a:rPr>
              <a:t>Local</a:t>
            </a:r>
            <a:r>
              <a:rPr dirty="0" sz="3000" spc="35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LLM</a:t>
            </a:r>
            <a:r>
              <a:rPr dirty="0" sz="3000" spc="40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·</a:t>
            </a:r>
            <a:r>
              <a:rPr dirty="0" sz="3000" spc="40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Cloud</a:t>
            </a:r>
            <a:r>
              <a:rPr dirty="0" sz="3000" spc="40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LLM</a:t>
            </a:r>
            <a:r>
              <a:rPr dirty="0" sz="3000" spc="40" b="1">
                <a:latin typeface="Calibri"/>
                <a:cs typeface="Calibri"/>
              </a:rPr>
              <a:t> </a:t>
            </a:r>
            <a:r>
              <a:rPr dirty="0" sz="3000" spc="-50" b="1">
                <a:latin typeface="Calibri"/>
                <a:cs typeface="Calibri"/>
              </a:rPr>
              <a:t>· </a:t>
            </a:r>
            <a:r>
              <a:rPr dirty="0" sz="3000" b="1">
                <a:latin typeface="Calibri"/>
                <a:cs typeface="Calibri"/>
              </a:rPr>
              <a:t>Silero</a:t>
            </a:r>
            <a:r>
              <a:rPr dirty="0" sz="3000" spc="-30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VAD</a:t>
            </a:r>
            <a:r>
              <a:rPr dirty="0" sz="3000" spc="-25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·</a:t>
            </a:r>
            <a:r>
              <a:rPr dirty="0" sz="3000" spc="-30" b="1">
                <a:latin typeface="Calibri"/>
                <a:cs typeface="Calibri"/>
              </a:rPr>
              <a:t> </a:t>
            </a:r>
            <a:r>
              <a:rPr dirty="0" sz="3000" spc="-10" b="1">
                <a:latin typeface="Calibri"/>
                <a:cs typeface="Calibri"/>
              </a:rPr>
              <a:t>Streaming </a:t>
            </a:r>
            <a:r>
              <a:rPr dirty="0" sz="3000" b="1">
                <a:latin typeface="Calibri"/>
                <a:cs typeface="Calibri"/>
              </a:rPr>
              <a:t>STT</a:t>
            </a:r>
            <a:r>
              <a:rPr dirty="0" sz="3000" spc="40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·</a:t>
            </a:r>
            <a:r>
              <a:rPr dirty="0" sz="3000" spc="40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Vision</a:t>
            </a:r>
            <a:r>
              <a:rPr dirty="0" sz="3000" spc="40" b="1">
                <a:latin typeface="Calibri"/>
                <a:cs typeface="Calibri"/>
              </a:rPr>
              <a:t> </a:t>
            </a:r>
            <a:r>
              <a:rPr dirty="0" sz="3000" spc="-10" b="1">
                <a:latin typeface="Calibri"/>
                <a:cs typeface="Calibri"/>
              </a:rPr>
              <a:t>fallback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9387654" y="8619342"/>
            <a:ext cx="178625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b="1">
                <a:latin typeface="Calibri"/>
                <a:cs typeface="Calibri"/>
              </a:rPr>
              <a:t>Saga</a:t>
            </a:r>
            <a:r>
              <a:rPr dirty="0" sz="2200" spc="-5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/</a:t>
            </a:r>
            <a:r>
              <a:rPr dirty="0" sz="2200" spc="-45" b="1">
                <a:latin typeface="Calibri"/>
                <a:cs typeface="Calibri"/>
              </a:rPr>
              <a:t> </a:t>
            </a:r>
            <a:r>
              <a:rPr dirty="0" sz="2200" spc="-10" b="1">
                <a:latin typeface="Calibri"/>
                <a:cs typeface="Calibri"/>
              </a:rPr>
              <a:t>Rollback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3310609" y="8146398"/>
            <a:ext cx="3786504" cy="13081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>
              <a:lnSpc>
                <a:spcPts val="3410"/>
              </a:lnSpc>
              <a:spcBef>
                <a:spcPts val="135"/>
              </a:spcBef>
            </a:pPr>
            <a:r>
              <a:rPr dirty="0" sz="3000" spc="-10" b="1">
                <a:solidFill>
                  <a:srgbClr val="004AAC"/>
                </a:solidFill>
                <a:latin typeface="Calibri"/>
                <a:cs typeface="Calibri"/>
              </a:rPr>
              <a:t>TESTING</a:t>
            </a:r>
            <a:endParaRPr sz="3000">
              <a:latin typeface="Calibri"/>
              <a:cs typeface="Calibri"/>
            </a:endParaRPr>
          </a:p>
          <a:p>
            <a:pPr algn="ctr" marL="12700" marR="5080">
              <a:lnSpc>
                <a:spcPts val="3229"/>
              </a:lnSpc>
              <a:spcBef>
                <a:spcPts val="229"/>
              </a:spcBef>
            </a:pPr>
            <a:r>
              <a:rPr dirty="0" sz="3000" b="1">
                <a:latin typeface="Calibri"/>
                <a:cs typeface="Calibri"/>
              </a:rPr>
              <a:t>pytest</a:t>
            </a:r>
            <a:r>
              <a:rPr dirty="0" sz="3000" spc="10" b="1">
                <a:latin typeface="Calibri"/>
                <a:cs typeface="Calibri"/>
              </a:rPr>
              <a:t> </a:t>
            </a:r>
            <a:r>
              <a:rPr dirty="0" sz="3000" b="1">
                <a:latin typeface="Calibri"/>
                <a:cs typeface="Calibri"/>
              </a:rPr>
              <a:t>·</a:t>
            </a:r>
            <a:r>
              <a:rPr dirty="0" sz="3000" spc="15" b="1">
                <a:latin typeface="Calibri"/>
                <a:cs typeface="Calibri"/>
              </a:rPr>
              <a:t> </a:t>
            </a:r>
            <a:r>
              <a:rPr dirty="0" sz="3000" spc="-20" b="1">
                <a:latin typeface="Calibri"/>
                <a:cs typeface="Calibri"/>
              </a:rPr>
              <a:t>pytest-</a:t>
            </a:r>
            <a:r>
              <a:rPr dirty="0" sz="3000" b="1">
                <a:latin typeface="Calibri"/>
                <a:cs typeface="Calibri"/>
              </a:rPr>
              <a:t>asyncio</a:t>
            </a:r>
            <a:r>
              <a:rPr dirty="0" sz="3000" spc="15" b="1">
                <a:latin typeface="Calibri"/>
                <a:cs typeface="Calibri"/>
              </a:rPr>
              <a:t> </a:t>
            </a:r>
            <a:r>
              <a:rPr dirty="0" sz="3000" spc="-50" b="1">
                <a:latin typeface="Calibri"/>
                <a:cs typeface="Calibri"/>
              </a:rPr>
              <a:t>· </a:t>
            </a:r>
            <a:r>
              <a:rPr dirty="0" sz="3000" b="1">
                <a:latin typeface="Calibri"/>
                <a:cs typeface="Calibri"/>
              </a:rPr>
              <a:t>scenario</a:t>
            </a:r>
            <a:r>
              <a:rPr dirty="0" sz="3000" spc="70" b="1">
                <a:latin typeface="Calibri"/>
                <a:cs typeface="Calibri"/>
              </a:rPr>
              <a:t> </a:t>
            </a:r>
            <a:r>
              <a:rPr dirty="0" sz="3000" spc="-10" b="1">
                <a:latin typeface="Calibri"/>
                <a:cs typeface="Calibri"/>
              </a:rPr>
              <a:t>replays</a:t>
            </a:r>
            <a:endParaRPr sz="3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3830" y="1121891"/>
            <a:ext cx="873125" cy="76200"/>
          </a:xfrm>
          <a:custGeom>
            <a:avLst/>
            <a:gdLst/>
            <a:ahLst/>
            <a:cxnLst/>
            <a:rect l="l" t="t" r="r" b="b"/>
            <a:pathLst>
              <a:path w="873125" h="76200">
                <a:moveTo>
                  <a:pt x="873070" y="76199"/>
                </a:moveTo>
                <a:lnTo>
                  <a:pt x="0" y="76199"/>
                </a:lnTo>
                <a:lnTo>
                  <a:pt x="0" y="0"/>
                </a:lnTo>
                <a:lnTo>
                  <a:pt x="873070" y="0"/>
                </a:lnTo>
                <a:lnTo>
                  <a:pt x="873070" y="76199"/>
                </a:lnTo>
                <a:close/>
              </a:path>
            </a:pathLst>
          </a:custGeom>
          <a:solidFill>
            <a:srgbClr val="6F4E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597678" y="1121891"/>
            <a:ext cx="5250180" cy="76200"/>
          </a:xfrm>
          <a:custGeom>
            <a:avLst/>
            <a:gdLst/>
            <a:ahLst/>
            <a:cxnLst/>
            <a:rect l="l" t="t" r="r" b="b"/>
            <a:pathLst>
              <a:path w="5250180" h="76200">
                <a:moveTo>
                  <a:pt x="5249956" y="76199"/>
                </a:moveTo>
                <a:lnTo>
                  <a:pt x="0" y="76199"/>
                </a:lnTo>
                <a:lnTo>
                  <a:pt x="0" y="0"/>
                </a:lnTo>
                <a:lnTo>
                  <a:pt x="5249956" y="0"/>
                </a:lnTo>
                <a:lnTo>
                  <a:pt x="5249956" y="76199"/>
                </a:lnTo>
                <a:close/>
              </a:path>
            </a:pathLst>
          </a:custGeom>
          <a:solidFill>
            <a:srgbClr val="6F4E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41130" y="223367"/>
            <a:ext cx="6419215" cy="10312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Impact</a:t>
            </a:r>
            <a:r>
              <a:rPr dirty="0" spc="-100"/>
              <a:t> </a:t>
            </a:r>
            <a:r>
              <a:rPr dirty="0"/>
              <a:t>&amp;</a:t>
            </a:r>
            <a:r>
              <a:rPr dirty="0" spc="-100"/>
              <a:t> </a:t>
            </a:r>
            <a:r>
              <a:rPr dirty="0"/>
              <a:t>Use</a:t>
            </a:r>
            <a:r>
              <a:rPr dirty="0" spc="-95"/>
              <a:t> </a:t>
            </a:r>
            <a:r>
              <a:rPr dirty="0" spc="-20"/>
              <a:t>case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5996838" y="1220685"/>
            <a:ext cx="6849109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500" b="1" i="1">
                <a:latin typeface="Calibri"/>
                <a:cs typeface="Calibri"/>
              </a:rPr>
              <a:t>One</a:t>
            </a:r>
            <a:r>
              <a:rPr dirty="0" sz="4500" spc="-135" b="1" i="1">
                <a:latin typeface="Calibri"/>
                <a:cs typeface="Calibri"/>
              </a:rPr>
              <a:t> </a:t>
            </a:r>
            <a:r>
              <a:rPr dirty="0" sz="4500" b="1" i="1">
                <a:latin typeface="Calibri"/>
                <a:cs typeface="Calibri"/>
              </a:rPr>
              <a:t>Agent</a:t>
            </a:r>
            <a:r>
              <a:rPr dirty="0" sz="4500" spc="-135" b="1" i="1">
                <a:latin typeface="Calibri"/>
                <a:cs typeface="Calibri"/>
              </a:rPr>
              <a:t> </a:t>
            </a:r>
            <a:r>
              <a:rPr dirty="0" sz="4500" b="1" i="1">
                <a:latin typeface="Calibri"/>
                <a:cs typeface="Calibri"/>
              </a:rPr>
              <a:t>Every</a:t>
            </a:r>
            <a:r>
              <a:rPr dirty="0" sz="4500" spc="-135" b="1" i="1">
                <a:latin typeface="Calibri"/>
                <a:cs typeface="Calibri"/>
              </a:rPr>
              <a:t> </a:t>
            </a:r>
            <a:r>
              <a:rPr dirty="0" sz="4500" spc="-10" b="1" i="1">
                <a:latin typeface="Calibri"/>
                <a:cs typeface="Calibri"/>
              </a:rPr>
              <a:t>Workspace</a:t>
            </a:r>
            <a:r>
              <a:rPr dirty="0" sz="4500" spc="-10" b="1">
                <a:latin typeface="Calibri"/>
                <a:cs typeface="Calibri"/>
              </a:rPr>
              <a:t>.</a:t>
            </a:r>
            <a:endParaRPr sz="45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4769383" y="395799"/>
            <a:ext cx="2752725" cy="1266190"/>
            <a:chOff x="14769383" y="395799"/>
            <a:chExt cx="2752725" cy="1266190"/>
          </a:xfrm>
        </p:grpSpPr>
        <p:sp>
          <p:nvSpPr>
            <p:cNvPr id="15" name="object 15"/>
            <p:cNvSpPr/>
            <p:nvPr/>
          </p:nvSpPr>
          <p:spPr>
            <a:xfrm>
              <a:off x="14769376" y="673302"/>
              <a:ext cx="2575560" cy="988694"/>
            </a:xfrm>
            <a:custGeom>
              <a:avLst/>
              <a:gdLst/>
              <a:ahLst/>
              <a:cxnLst/>
              <a:rect l="l" t="t" r="r" b="b"/>
              <a:pathLst>
                <a:path w="2575559" h="988694">
                  <a:moveTo>
                    <a:pt x="837907" y="485267"/>
                  </a:moveTo>
                  <a:lnTo>
                    <a:pt x="0" y="0"/>
                  </a:lnTo>
                  <a:lnTo>
                    <a:pt x="0" y="970711"/>
                  </a:lnTo>
                  <a:lnTo>
                    <a:pt x="837907" y="485267"/>
                  </a:lnTo>
                  <a:close/>
                </a:path>
                <a:path w="2575559" h="988694">
                  <a:moveTo>
                    <a:pt x="1711274" y="503237"/>
                  </a:moveTo>
                  <a:lnTo>
                    <a:pt x="873366" y="17792"/>
                  </a:lnTo>
                  <a:lnTo>
                    <a:pt x="873366" y="988504"/>
                  </a:lnTo>
                  <a:lnTo>
                    <a:pt x="1711274" y="503237"/>
                  </a:lnTo>
                  <a:close/>
                </a:path>
                <a:path w="2575559" h="988694">
                  <a:moveTo>
                    <a:pt x="2575420" y="503237"/>
                  </a:moveTo>
                  <a:lnTo>
                    <a:pt x="1737512" y="17792"/>
                  </a:lnTo>
                  <a:lnTo>
                    <a:pt x="1737512" y="988504"/>
                  </a:lnTo>
                  <a:lnTo>
                    <a:pt x="2575420" y="503237"/>
                  </a:lnTo>
                  <a:close/>
                </a:path>
              </a:pathLst>
            </a:custGeom>
            <a:solidFill>
              <a:srgbClr val="78C7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4866887" y="395807"/>
              <a:ext cx="2655570" cy="1081405"/>
            </a:xfrm>
            <a:custGeom>
              <a:avLst/>
              <a:gdLst/>
              <a:ahLst/>
              <a:cxnLst/>
              <a:rect l="l" t="t" r="r" b="b"/>
              <a:pathLst>
                <a:path w="2655569" h="1081405">
                  <a:moveTo>
                    <a:pt x="2655214" y="549300"/>
                  </a:moveTo>
                  <a:lnTo>
                    <a:pt x="2548839" y="487692"/>
                  </a:lnTo>
                  <a:lnTo>
                    <a:pt x="2548839" y="549478"/>
                  </a:lnTo>
                  <a:lnTo>
                    <a:pt x="1790700" y="988682"/>
                  </a:lnTo>
                  <a:lnTo>
                    <a:pt x="1790700" y="549516"/>
                  </a:lnTo>
                  <a:lnTo>
                    <a:pt x="1791068" y="549300"/>
                  </a:lnTo>
                  <a:lnTo>
                    <a:pt x="1790700" y="549097"/>
                  </a:lnTo>
                  <a:lnTo>
                    <a:pt x="1790700" y="110286"/>
                  </a:lnTo>
                  <a:lnTo>
                    <a:pt x="2548839" y="549478"/>
                  </a:lnTo>
                  <a:lnTo>
                    <a:pt x="2548839" y="487692"/>
                  </a:lnTo>
                  <a:lnTo>
                    <a:pt x="1897227" y="110286"/>
                  </a:lnTo>
                  <a:lnTo>
                    <a:pt x="1737512" y="17780"/>
                  </a:lnTo>
                  <a:lnTo>
                    <a:pt x="1737512" y="518287"/>
                  </a:lnTo>
                  <a:lnTo>
                    <a:pt x="1684693" y="487705"/>
                  </a:lnTo>
                  <a:lnTo>
                    <a:pt x="1684693" y="549478"/>
                  </a:lnTo>
                  <a:lnTo>
                    <a:pt x="926566" y="988682"/>
                  </a:lnTo>
                  <a:lnTo>
                    <a:pt x="926566" y="110286"/>
                  </a:lnTo>
                  <a:lnTo>
                    <a:pt x="1684693" y="549478"/>
                  </a:lnTo>
                  <a:lnTo>
                    <a:pt x="1684693" y="487705"/>
                  </a:lnTo>
                  <a:lnTo>
                    <a:pt x="1033081" y="110286"/>
                  </a:lnTo>
                  <a:lnTo>
                    <a:pt x="873379" y="17780"/>
                  </a:lnTo>
                  <a:lnTo>
                    <a:pt x="873379" y="505853"/>
                  </a:lnTo>
                  <a:lnTo>
                    <a:pt x="811314" y="469912"/>
                  </a:lnTo>
                  <a:lnTo>
                    <a:pt x="811314" y="531520"/>
                  </a:lnTo>
                  <a:lnTo>
                    <a:pt x="53187" y="970711"/>
                  </a:lnTo>
                  <a:lnTo>
                    <a:pt x="53187" y="92494"/>
                  </a:lnTo>
                  <a:lnTo>
                    <a:pt x="811314" y="531520"/>
                  </a:lnTo>
                  <a:lnTo>
                    <a:pt x="811314" y="469912"/>
                  </a:lnTo>
                  <a:lnTo>
                    <a:pt x="159715" y="92494"/>
                  </a:lnTo>
                  <a:lnTo>
                    <a:pt x="0" y="0"/>
                  </a:lnTo>
                  <a:lnTo>
                    <a:pt x="0" y="1063218"/>
                  </a:lnTo>
                  <a:lnTo>
                    <a:pt x="159651" y="970711"/>
                  </a:lnTo>
                  <a:lnTo>
                    <a:pt x="873379" y="557212"/>
                  </a:lnTo>
                  <a:lnTo>
                    <a:pt x="873379" y="1080998"/>
                  </a:lnTo>
                  <a:lnTo>
                    <a:pt x="1032725" y="988682"/>
                  </a:lnTo>
                  <a:lnTo>
                    <a:pt x="1737512" y="580339"/>
                  </a:lnTo>
                  <a:lnTo>
                    <a:pt x="1737512" y="1080998"/>
                  </a:lnTo>
                  <a:lnTo>
                    <a:pt x="1896859" y="988682"/>
                  </a:lnTo>
                  <a:lnTo>
                    <a:pt x="2655214" y="5493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13090599" y="1653039"/>
            <a:ext cx="985519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10" b="1">
                <a:solidFill>
                  <a:srgbClr val="94C331"/>
                </a:solidFill>
                <a:latin typeface="Calibri"/>
                <a:cs typeface="Calibri"/>
              </a:rPr>
              <a:t>Browser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536736" y="2347382"/>
            <a:ext cx="4845050" cy="2796540"/>
            <a:chOff x="7536736" y="2347382"/>
            <a:chExt cx="4845050" cy="2796540"/>
          </a:xfrm>
        </p:grpSpPr>
        <p:sp>
          <p:nvSpPr>
            <p:cNvPr id="12" name="object 12"/>
            <p:cNvSpPr/>
            <p:nvPr/>
          </p:nvSpPr>
          <p:spPr>
            <a:xfrm>
              <a:off x="7536736" y="2870906"/>
              <a:ext cx="2272665" cy="2272665"/>
            </a:xfrm>
            <a:custGeom>
              <a:avLst/>
              <a:gdLst/>
              <a:ahLst/>
              <a:cxnLst/>
              <a:rect l="l" t="t" r="r" b="b"/>
              <a:pathLst>
                <a:path w="2272665" h="2272665">
                  <a:moveTo>
                    <a:pt x="0" y="1159399"/>
                  </a:moveTo>
                  <a:lnTo>
                    <a:pt x="0" y="0"/>
                  </a:lnTo>
                  <a:lnTo>
                    <a:pt x="49842" y="559"/>
                  </a:lnTo>
                  <a:lnTo>
                    <a:pt x="99603" y="2233"/>
                  </a:lnTo>
                  <a:lnTo>
                    <a:pt x="149265" y="5014"/>
                  </a:lnTo>
                  <a:lnTo>
                    <a:pt x="198808" y="8893"/>
                  </a:lnTo>
                  <a:lnTo>
                    <a:pt x="248213" y="13863"/>
                  </a:lnTo>
                  <a:lnTo>
                    <a:pt x="297461" y="19915"/>
                  </a:lnTo>
                  <a:lnTo>
                    <a:pt x="346533" y="27042"/>
                  </a:lnTo>
                  <a:lnTo>
                    <a:pt x="395409" y="35236"/>
                  </a:lnTo>
                  <a:lnTo>
                    <a:pt x="444071" y="44489"/>
                  </a:lnTo>
                  <a:lnTo>
                    <a:pt x="492499" y="54793"/>
                  </a:lnTo>
                  <a:lnTo>
                    <a:pt x="540675" y="66140"/>
                  </a:lnTo>
                  <a:lnTo>
                    <a:pt x="588579" y="78522"/>
                  </a:lnTo>
                  <a:lnTo>
                    <a:pt x="636191" y="91931"/>
                  </a:lnTo>
                  <a:lnTo>
                    <a:pt x="683494" y="106360"/>
                  </a:lnTo>
                  <a:lnTo>
                    <a:pt x="730467" y="121799"/>
                  </a:lnTo>
                  <a:lnTo>
                    <a:pt x="777092" y="138243"/>
                  </a:lnTo>
                  <a:lnTo>
                    <a:pt x="823349" y="155681"/>
                  </a:lnTo>
                  <a:lnTo>
                    <a:pt x="869220" y="174108"/>
                  </a:lnTo>
                  <a:lnTo>
                    <a:pt x="914685" y="193514"/>
                  </a:lnTo>
                  <a:lnTo>
                    <a:pt x="959725" y="213892"/>
                  </a:lnTo>
                  <a:lnTo>
                    <a:pt x="1004321" y="235233"/>
                  </a:lnTo>
                  <a:lnTo>
                    <a:pt x="1048453" y="257531"/>
                  </a:lnTo>
                  <a:lnTo>
                    <a:pt x="1092104" y="280776"/>
                  </a:lnTo>
                  <a:lnTo>
                    <a:pt x="1135253" y="304961"/>
                  </a:lnTo>
                  <a:lnTo>
                    <a:pt x="1177881" y="330079"/>
                  </a:lnTo>
                  <a:lnTo>
                    <a:pt x="1219970" y="356121"/>
                  </a:lnTo>
                  <a:lnTo>
                    <a:pt x="1261500" y="383079"/>
                  </a:lnTo>
                  <a:lnTo>
                    <a:pt x="1302452" y="410945"/>
                  </a:lnTo>
                  <a:lnTo>
                    <a:pt x="1342807" y="439712"/>
                  </a:lnTo>
                  <a:lnTo>
                    <a:pt x="1382546" y="469372"/>
                  </a:lnTo>
                  <a:lnTo>
                    <a:pt x="1421649" y="499915"/>
                  </a:lnTo>
                  <a:lnTo>
                    <a:pt x="1460098" y="531336"/>
                  </a:lnTo>
                  <a:lnTo>
                    <a:pt x="1497873" y="563625"/>
                  </a:lnTo>
                  <a:lnTo>
                    <a:pt x="1534955" y="596776"/>
                  </a:lnTo>
                  <a:lnTo>
                    <a:pt x="1571326" y="630779"/>
                  </a:lnTo>
                  <a:lnTo>
                    <a:pt x="1606966" y="665627"/>
                  </a:lnTo>
                  <a:lnTo>
                    <a:pt x="1641814" y="701266"/>
                  </a:lnTo>
                  <a:lnTo>
                    <a:pt x="1675817" y="737637"/>
                  </a:lnTo>
                  <a:lnTo>
                    <a:pt x="1708967" y="774719"/>
                  </a:lnTo>
                  <a:lnTo>
                    <a:pt x="1741256" y="812495"/>
                  </a:lnTo>
                  <a:lnTo>
                    <a:pt x="1772677" y="850944"/>
                  </a:lnTo>
                  <a:lnTo>
                    <a:pt x="1803221" y="890047"/>
                  </a:lnTo>
                  <a:lnTo>
                    <a:pt x="1832880" y="929786"/>
                  </a:lnTo>
                  <a:lnTo>
                    <a:pt x="1861647" y="970140"/>
                  </a:lnTo>
                  <a:lnTo>
                    <a:pt x="1889514" y="1011092"/>
                  </a:lnTo>
                  <a:lnTo>
                    <a:pt x="1916472" y="1052622"/>
                  </a:lnTo>
                  <a:lnTo>
                    <a:pt x="1942514" y="1094711"/>
                  </a:lnTo>
                  <a:lnTo>
                    <a:pt x="1967631" y="1137340"/>
                  </a:lnTo>
                  <a:lnTo>
                    <a:pt x="1991817" y="1180489"/>
                  </a:lnTo>
                  <a:lnTo>
                    <a:pt x="2015062" y="1224139"/>
                  </a:lnTo>
                  <a:lnTo>
                    <a:pt x="2037360" y="1268272"/>
                  </a:lnTo>
                  <a:lnTo>
                    <a:pt x="2058701" y="1312868"/>
                  </a:lnTo>
                  <a:lnTo>
                    <a:pt x="2079079" y="1357908"/>
                  </a:lnTo>
                  <a:lnTo>
                    <a:pt x="2098485" y="1403372"/>
                  </a:lnTo>
                  <a:lnTo>
                    <a:pt x="2116911" y="1449243"/>
                  </a:lnTo>
                  <a:lnTo>
                    <a:pt x="2134350" y="1495500"/>
                  </a:lnTo>
                  <a:lnTo>
                    <a:pt x="2150793" y="1542125"/>
                  </a:lnTo>
                  <a:lnTo>
                    <a:pt x="2166233" y="1589099"/>
                  </a:lnTo>
                  <a:lnTo>
                    <a:pt x="2180661" y="1636401"/>
                  </a:lnTo>
                  <a:lnTo>
                    <a:pt x="2194071" y="1684014"/>
                  </a:lnTo>
                  <a:lnTo>
                    <a:pt x="2206453" y="1731917"/>
                  </a:lnTo>
                  <a:lnTo>
                    <a:pt x="2217799" y="1780093"/>
                  </a:lnTo>
                  <a:lnTo>
                    <a:pt x="2228103" y="1828521"/>
                  </a:lnTo>
                  <a:lnTo>
                    <a:pt x="2237356" y="1877183"/>
                  </a:lnTo>
                  <a:lnTo>
                    <a:pt x="2245550" y="1926059"/>
                  </a:lnTo>
                  <a:lnTo>
                    <a:pt x="2252677" y="1975131"/>
                  </a:lnTo>
                  <a:lnTo>
                    <a:pt x="2258730" y="2024379"/>
                  </a:lnTo>
                  <a:lnTo>
                    <a:pt x="2263699" y="2073784"/>
                  </a:lnTo>
                  <a:lnTo>
                    <a:pt x="2267578" y="2123327"/>
                  </a:lnTo>
                  <a:lnTo>
                    <a:pt x="2270434" y="2175209"/>
                  </a:lnTo>
                  <a:lnTo>
                    <a:pt x="2272045" y="2223803"/>
                  </a:lnTo>
                  <a:lnTo>
                    <a:pt x="2272593" y="2272593"/>
                  </a:lnTo>
                  <a:lnTo>
                    <a:pt x="1113193" y="2272593"/>
                  </a:lnTo>
                  <a:lnTo>
                    <a:pt x="1112028" y="2222751"/>
                  </a:lnTo>
                  <a:lnTo>
                    <a:pt x="1108836" y="2175209"/>
                  </a:lnTo>
                  <a:lnTo>
                    <a:pt x="1103437" y="2126885"/>
                  </a:lnTo>
                  <a:lnTo>
                    <a:pt x="1095933" y="2078907"/>
                  </a:lnTo>
                  <a:lnTo>
                    <a:pt x="1086353" y="2031349"/>
                  </a:lnTo>
                  <a:lnTo>
                    <a:pt x="1074730" y="1984286"/>
                  </a:lnTo>
                  <a:lnTo>
                    <a:pt x="1061094" y="1937793"/>
                  </a:lnTo>
                  <a:lnTo>
                    <a:pt x="1045477" y="1891946"/>
                  </a:lnTo>
                  <a:lnTo>
                    <a:pt x="1027909" y="1846818"/>
                  </a:lnTo>
                  <a:lnTo>
                    <a:pt x="1008422" y="1802486"/>
                  </a:lnTo>
                  <a:lnTo>
                    <a:pt x="987046" y="1759024"/>
                  </a:lnTo>
                  <a:lnTo>
                    <a:pt x="963813" y="1716506"/>
                  </a:lnTo>
                  <a:lnTo>
                    <a:pt x="938753" y="1675009"/>
                  </a:lnTo>
                  <a:lnTo>
                    <a:pt x="911899" y="1634606"/>
                  </a:lnTo>
                  <a:lnTo>
                    <a:pt x="883280" y="1595374"/>
                  </a:lnTo>
                  <a:lnTo>
                    <a:pt x="852928" y="1557386"/>
                  </a:lnTo>
                  <a:lnTo>
                    <a:pt x="820873" y="1520718"/>
                  </a:lnTo>
                  <a:lnTo>
                    <a:pt x="787148" y="1485444"/>
                  </a:lnTo>
                  <a:lnTo>
                    <a:pt x="751875" y="1451719"/>
                  </a:lnTo>
                  <a:lnTo>
                    <a:pt x="715207" y="1419665"/>
                  </a:lnTo>
                  <a:lnTo>
                    <a:pt x="677219" y="1389313"/>
                  </a:lnTo>
                  <a:lnTo>
                    <a:pt x="637986" y="1360694"/>
                  </a:lnTo>
                  <a:lnTo>
                    <a:pt x="597584" y="1333839"/>
                  </a:lnTo>
                  <a:lnTo>
                    <a:pt x="556086" y="1308780"/>
                  </a:lnTo>
                  <a:lnTo>
                    <a:pt x="513569" y="1285547"/>
                  </a:lnTo>
                  <a:lnTo>
                    <a:pt x="470107" y="1264171"/>
                  </a:lnTo>
                  <a:lnTo>
                    <a:pt x="425774" y="1244683"/>
                  </a:lnTo>
                  <a:lnTo>
                    <a:pt x="380647" y="1227116"/>
                  </a:lnTo>
                  <a:lnTo>
                    <a:pt x="334800" y="1211498"/>
                  </a:lnTo>
                  <a:lnTo>
                    <a:pt x="288307" y="1197862"/>
                  </a:lnTo>
                  <a:lnTo>
                    <a:pt x="241244" y="1186239"/>
                  </a:lnTo>
                  <a:lnTo>
                    <a:pt x="193686" y="1176660"/>
                  </a:lnTo>
                  <a:lnTo>
                    <a:pt x="145707" y="1169155"/>
                  </a:lnTo>
                  <a:lnTo>
                    <a:pt x="97384" y="1163756"/>
                  </a:lnTo>
                  <a:lnTo>
                    <a:pt x="48789" y="1160494"/>
                  </a:lnTo>
                  <a:lnTo>
                    <a:pt x="0" y="1159399"/>
                  </a:lnTo>
                  <a:close/>
                </a:path>
              </a:pathLst>
            </a:custGeom>
            <a:solidFill>
              <a:srgbClr val="6F4E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9488276" y="2347382"/>
              <a:ext cx="2893695" cy="2145030"/>
            </a:xfrm>
            <a:custGeom>
              <a:avLst/>
              <a:gdLst/>
              <a:ahLst/>
              <a:cxnLst/>
              <a:rect l="l" t="t" r="r" b="b"/>
              <a:pathLst>
                <a:path w="2893695" h="2145029">
                  <a:moveTo>
                    <a:pt x="2689054" y="122111"/>
                  </a:moveTo>
                  <a:lnTo>
                    <a:pt x="2503429" y="173225"/>
                  </a:lnTo>
                  <a:lnTo>
                    <a:pt x="2505090" y="159595"/>
                  </a:lnTo>
                  <a:lnTo>
                    <a:pt x="2523006" y="154662"/>
                  </a:lnTo>
                  <a:lnTo>
                    <a:pt x="2668490" y="75083"/>
                  </a:lnTo>
                  <a:lnTo>
                    <a:pt x="2720459" y="60773"/>
                  </a:lnTo>
                  <a:lnTo>
                    <a:pt x="2769144" y="34194"/>
                  </a:lnTo>
                  <a:lnTo>
                    <a:pt x="2893323" y="0"/>
                  </a:lnTo>
                  <a:lnTo>
                    <a:pt x="2890995" y="13813"/>
                  </a:lnTo>
                  <a:lnTo>
                    <a:pt x="2888889" y="27566"/>
                  </a:lnTo>
                  <a:lnTo>
                    <a:pt x="2826471" y="44753"/>
                  </a:lnTo>
                  <a:lnTo>
                    <a:pt x="2825095" y="58305"/>
                  </a:lnTo>
                  <a:lnTo>
                    <a:pt x="2777538" y="71401"/>
                  </a:lnTo>
                  <a:lnTo>
                    <a:pt x="2689054" y="122111"/>
                  </a:lnTo>
                  <a:close/>
                </a:path>
                <a:path w="2893695" h="2145029">
                  <a:moveTo>
                    <a:pt x="2825519" y="361160"/>
                  </a:moveTo>
                  <a:lnTo>
                    <a:pt x="2787896" y="371520"/>
                  </a:lnTo>
                  <a:lnTo>
                    <a:pt x="2787014" y="345418"/>
                  </a:lnTo>
                  <a:lnTo>
                    <a:pt x="2789652" y="331519"/>
                  </a:lnTo>
                  <a:lnTo>
                    <a:pt x="2789511" y="305212"/>
                  </a:lnTo>
                  <a:lnTo>
                    <a:pt x="2793781" y="290863"/>
                  </a:lnTo>
                  <a:lnTo>
                    <a:pt x="2801451" y="236061"/>
                  </a:lnTo>
                  <a:lnTo>
                    <a:pt x="2809640" y="181115"/>
                  </a:lnTo>
                  <a:lnTo>
                    <a:pt x="2821539" y="125148"/>
                  </a:lnTo>
                  <a:lnTo>
                    <a:pt x="2843708" y="79525"/>
                  </a:lnTo>
                  <a:lnTo>
                    <a:pt x="2847665" y="78436"/>
                  </a:lnTo>
                  <a:lnTo>
                    <a:pt x="2844293" y="66191"/>
                  </a:lnTo>
                  <a:lnTo>
                    <a:pt x="2839339" y="54383"/>
                  </a:lnTo>
                  <a:lnTo>
                    <a:pt x="2838548" y="54601"/>
                  </a:lnTo>
                  <a:lnTo>
                    <a:pt x="2826471" y="44753"/>
                  </a:lnTo>
                  <a:lnTo>
                    <a:pt x="2888889" y="27566"/>
                  </a:lnTo>
                  <a:lnTo>
                    <a:pt x="2886634" y="41359"/>
                  </a:lnTo>
                  <a:lnTo>
                    <a:pt x="2883861" y="55296"/>
                  </a:lnTo>
                  <a:lnTo>
                    <a:pt x="2871789" y="111311"/>
                  </a:lnTo>
                  <a:lnTo>
                    <a:pt x="2857549" y="154750"/>
                  </a:lnTo>
                  <a:lnTo>
                    <a:pt x="2848024" y="210063"/>
                  </a:lnTo>
                  <a:lnTo>
                    <a:pt x="2839981" y="264969"/>
                  </a:lnTo>
                  <a:lnTo>
                    <a:pt x="2833557" y="319429"/>
                  </a:lnTo>
                  <a:lnTo>
                    <a:pt x="2825519" y="361160"/>
                  </a:lnTo>
                  <a:close/>
                </a:path>
                <a:path w="2893695" h="2145029">
                  <a:moveTo>
                    <a:pt x="2597806" y="160410"/>
                  </a:moveTo>
                  <a:lnTo>
                    <a:pt x="2512340" y="183944"/>
                  </a:lnTo>
                  <a:lnTo>
                    <a:pt x="2502638" y="173443"/>
                  </a:lnTo>
                  <a:lnTo>
                    <a:pt x="2641611" y="135175"/>
                  </a:lnTo>
                  <a:lnTo>
                    <a:pt x="2597806" y="160410"/>
                  </a:lnTo>
                  <a:close/>
                </a:path>
                <a:path w="2893695" h="2145029">
                  <a:moveTo>
                    <a:pt x="2038853" y="1302277"/>
                  </a:moveTo>
                  <a:lnTo>
                    <a:pt x="1918098" y="1335528"/>
                  </a:lnTo>
                  <a:lnTo>
                    <a:pt x="1961255" y="1310472"/>
                  </a:lnTo>
                  <a:lnTo>
                    <a:pt x="2000070" y="1273438"/>
                  </a:lnTo>
                  <a:lnTo>
                    <a:pt x="2041095" y="1248969"/>
                  </a:lnTo>
                  <a:lnTo>
                    <a:pt x="2069542" y="1214790"/>
                  </a:lnTo>
                  <a:lnTo>
                    <a:pt x="2102399" y="1192570"/>
                  </a:lnTo>
                  <a:lnTo>
                    <a:pt x="2130401" y="1158514"/>
                  </a:lnTo>
                  <a:lnTo>
                    <a:pt x="2157768" y="1137805"/>
                  </a:lnTo>
                  <a:lnTo>
                    <a:pt x="2183562" y="1091184"/>
                  </a:lnTo>
                  <a:lnTo>
                    <a:pt x="2207532" y="1045066"/>
                  </a:lnTo>
                  <a:lnTo>
                    <a:pt x="2230324" y="999272"/>
                  </a:lnTo>
                  <a:lnTo>
                    <a:pt x="2249213" y="941379"/>
                  </a:lnTo>
                  <a:lnTo>
                    <a:pt x="2271588" y="895700"/>
                  </a:lnTo>
                  <a:lnTo>
                    <a:pt x="2281673" y="866578"/>
                  </a:lnTo>
                  <a:lnTo>
                    <a:pt x="2294611" y="849842"/>
                  </a:lnTo>
                  <a:lnTo>
                    <a:pt x="2304028" y="820904"/>
                  </a:lnTo>
                  <a:lnTo>
                    <a:pt x="2389859" y="612851"/>
                  </a:lnTo>
                  <a:lnTo>
                    <a:pt x="2409402" y="567952"/>
                  </a:lnTo>
                  <a:lnTo>
                    <a:pt x="2429450" y="522914"/>
                  </a:lnTo>
                  <a:lnTo>
                    <a:pt x="2454250" y="489739"/>
                  </a:lnTo>
                  <a:lnTo>
                    <a:pt x="2478186" y="443630"/>
                  </a:lnTo>
                  <a:lnTo>
                    <a:pt x="2507339" y="409257"/>
                  </a:lnTo>
                  <a:lnTo>
                    <a:pt x="2599282" y="304903"/>
                  </a:lnTo>
                  <a:lnTo>
                    <a:pt x="2615361" y="287303"/>
                  </a:lnTo>
                  <a:lnTo>
                    <a:pt x="2617162" y="260462"/>
                  </a:lnTo>
                  <a:lnTo>
                    <a:pt x="2591714" y="227951"/>
                  </a:lnTo>
                  <a:lnTo>
                    <a:pt x="2556977" y="211171"/>
                  </a:lnTo>
                  <a:lnTo>
                    <a:pt x="2538533" y="203077"/>
                  </a:lnTo>
                  <a:lnTo>
                    <a:pt x="2517088" y="182637"/>
                  </a:lnTo>
                  <a:lnTo>
                    <a:pt x="2593997" y="161459"/>
                  </a:lnTo>
                  <a:lnTo>
                    <a:pt x="2593857" y="174670"/>
                  </a:lnTo>
                  <a:lnTo>
                    <a:pt x="2595201" y="187473"/>
                  </a:lnTo>
                  <a:lnTo>
                    <a:pt x="2595844" y="187296"/>
                  </a:lnTo>
                  <a:lnTo>
                    <a:pt x="2636828" y="215528"/>
                  </a:lnTo>
                  <a:lnTo>
                    <a:pt x="2675713" y="257512"/>
                  </a:lnTo>
                  <a:lnTo>
                    <a:pt x="2707505" y="288275"/>
                  </a:lnTo>
                  <a:lnTo>
                    <a:pt x="2636682" y="307777"/>
                  </a:lnTo>
                  <a:lnTo>
                    <a:pt x="2604590" y="356132"/>
                  </a:lnTo>
                  <a:lnTo>
                    <a:pt x="2568860" y="392317"/>
                  </a:lnTo>
                  <a:lnTo>
                    <a:pt x="2537109" y="440578"/>
                  </a:lnTo>
                  <a:lnTo>
                    <a:pt x="2503468" y="476186"/>
                  </a:lnTo>
                  <a:lnTo>
                    <a:pt x="2475554" y="523391"/>
                  </a:lnTo>
                  <a:lnTo>
                    <a:pt x="2454140" y="568806"/>
                  </a:lnTo>
                  <a:lnTo>
                    <a:pt x="2434264" y="613797"/>
                  </a:lnTo>
                  <a:lnTo>
                    <a:pt x="2415487" y="658485"/>
                  </a:lnTo>
                  <a:lnTo>
                    <a:pt x="2397370" y="702992"/>
                  </a:lnTo>
                  <a:lnTo>
                    <a:pt x="2379473" y="747438"/>
                  </a:lnTo>
                  <a:lnTo>
                    <a:pt x="2361356" y="791945"/>
                  </a:lnTo>
                  <a:lnTo>
                    <a:pt x="2342474" y="836663"/>
                  </a:lnTo>
                  <a:lnTo>
                    <a:pt x="2268057" y="1015227"/>
                  </a:lnTo>
                  <a:lnTo>
                    <a:pt x="2249037" y="1059982"/>
                  </a:lnTo>
                  <a:lnTo>
                    <a:pt x="2226203" y="1092615"/>
                  </a:lnTo>
                  <a:lnTo>
                    <a:pt x="2204753" y="1138040"/>
                  </a:lnTo>
                  <a:lnTo>
                    <a:pt x="2175714" y="1172381"/>
                  </a:lnTo>
                  <a:lnTo>
                    <a:pt x="2143941" y="1207476"/>
                  </a:lnTo>
                  <a:lnTo>
                    <a:pt x="2107543" y="1230671"/>
                  </a:lnTo>
                  <a:lnTo>
                    <a:pt x="2074744" y="1266048"/>
                  </a:lnTo>
                  <a:lnTo>
                    <a:pt x="2057058" y="1284091"/>
                  </a:lnTo>
                  <a:lnTo>
                    <a:pt x="2038853" y="1302277"/>
                  </a:lnTo>
                  <a:close/>
                </a:path>
                <a:path w="2893695" h="2145029">
                  <a:moveTo>
                    <a:pt x="2823162" y="440845"/>
                  </a:moveTo>
                  <a:lnTo>
                    <a:pt x="2779638" y="452830"/>
                  </a:lnTo>
                  <a:lnTo>
                    <a:pt x="2749298" y="408494"/>
                  </a:lnTo>
                  <a:lnTo>
                    <a:pt x="2722701" y="376300"/>
                  </a:lnTo>
                  <a:lnTo>
                    <a:pt x="2695955" y="344146"/>
                  </a:lnTo>
                  <a:lnTo>
                    <a:pt x="2668542" y="312177"/>
                  </a:lnTo>
                  <a:lnTo>
                    <a:pt x="2663868" y="313464"/>
                  </a:lnTo>
                  <a:lnTo>
                    <a:pt x="2652113" y="303528"/>
                  </a:lnTo>
                  <a:lnTo>
                    <a:pt x="2707505" y="288275"/>
                  </a:lnTo>
                  <a:lnTo>
                    <a:pt x="2740692" y="331828"/>
                  </a:lnTo>
                  <a:lnTo>
                    <a:pt x="2773652" y="375442"/>
                  </a:lnTo>
                  <a:lnTo>
                    <a:pt x="2825519" y="361160"/>
                  </a:lnTo>
                  <a:lnTo>
                    <a:pt x="2822749" y="414614"/>
                  </a:lnTo>
                  <a:lnTo>
                    <a:pt x="2823162" y="440845"/>
                  </a:lnTo>
                  <a:close/>
                </a:path>
                <a:path w="2893695" h="2145029">
                  <a:moveTo>
                    <a:pt x="2817553" y="468735"/>
                  </a:moveTo>
                  <a:lnTo>
                    <a:pt x="2805855" y="471956"/>
                  </a:lnTo>
                  <a:lnTo>
                    <a:pt x="2794978" y="461779"/>
                  </a:lnTo>
                  <a:lnTo>
                    <a:pt x="2784843" y="451397"/>
                  </a:lnTo>
                  <a:lnTo>
                    <a:pt x="2819341" y="441897"/>
                  </a:lnTo>
                  <a:lnTo>
                    <a:pt x="2818521" y="455296"/>
                  </a:lnTo>
                  <a:lnTo>
                    <a:pt x="2817553" y="468735"/>
                  </a:lnTo>
                  <a:close/>
                </a:path>
                <a:path w="2893695" h="2145029">
                  <a:moveTo>
                    <a:pt x="632224" y="1162702"/>
                  </a:moveTo>
                  <a:lnTo>
                    <a:pt x="486290" y="1202887"/>
                  </a:lnTo>
                  <a:lnTo>
                    <a:pt x="530263" y="1177606"/>
                  </a:lnTo>
                  <a:lnTo>
                    <a:pt x="577386" y="1164630"/>
                  </a:lnTo>
                  <a:lnTo>
                    <a:pt x="632224" y="1162702"/>
                  </a:lnTo>
                  <a:close/>
                </a:path>
                <a:path w="2893695" h="2145029">
                  <a:moveTo>
                    <a:pt x="63056" y="2136137"/>
                  </a:moveTo>
                  <a:lnTo>
                    <a:pt x="19462" y="2134968"/>
                  </a:lnTo>
                  <a:lnTo>
                    <a:pt x="0" y="2100809"/>
                  </a:lnTo>
                  <a:lnTo>
                    <a:pt x="1486" y="2047709"/>
                  </a:lnTo>
                  <a:lnTo>
                    <a:pt x="3956" y="1994338"/>
                  </a:lnTo>
                  <a:lnTo>
                    <a:pt x="7713" y="1940613"/>
                  </a:lnTo>
                  <a:lnTo>
                    <a:pt x="13062" y="1886449"/>
                  </a:lnTo>
                  <a:lnTo>
                    <a:pt x="20308" y="1831763"/>
                  </a:lnTo>
                  <a:lnTo>
                    <a:pt x="29754" y="1776472"/>
                  </a:lnTo>
                  <a:lnTo>
                    <a:pt x="41706" y="1720490"/>
                  </a:lnTo>
                  <a:lnTo>
                    <a:pt x="69122" y="1633904"/>
                  </a:lnTo>
                  <a:lnTo>
                    <a:pt x="84349" y="1590193"/>
                  </a:lnTo>
                  <a:lnTo>
                    <a:pt x="102463" y="1545687"/>
                  </a:lnTo>
                  <a:lnTo>
                    <a:pt x="124869" y="1499999"/>
                  </a:lnTo>
                  <a:lnTo>
                    <a:pt x="149262" y="1453764"/>
                  </a:lnTo>
                  <a:lnTo>
                    <a:pt x="178416" y="1419391"/>
                  </a:lnTo>
                  <a:lnTo>
                    <a:pt x="209018" y="1384619"/>
                  </a:lnTo>
                  <a:lnTo>
                    <a:pt x="241122" y="1349433"/>
                  </a:lnTo>
                  <a:lnTo>
                    <a:pt x="274784" y="1313819"/>
                  </a:lnTo>
                  <a:lnTo>
                    <a:pt x="313431" y="1290004"/>
                  </a:lnTo>
                  <a:lnTo>
                    <a:pt x="353747" y="1265730"/>
                  </a:lnTo>
                  <a:lnTo>
                    <a:pt x="439094" y="1215883"/>
                  </a:lnTo>
                  <a:lnTo>
                    <a:pt x="682020" y="1148990"/>
                  </a:lnTo>
                  <a:lnTo>
                    <a:pt x="736670" y="1160287"/>
                  </a:lnTo>
                  <a:lnTo>
                    <a:pt x="528347" y="1217651"/>
                  </a:lnTo>
                  <a:lnTo>
                    <a:pt x="481147" y="1243821"/>
                  </a:lnTo>
                  <a:lnTo>
                    <a:pt x="431020" y="1257624"/>
                  </a:lnTo>
                  <a:lnTo>
                    <a:pt x="346839" y="1307150"/>
                  </a:lnTo>
                  <a:lnTo>
                    <a:pt x="310494" y="1343503"/>
                  </a:lnTo>
                  <a:lnTo>
                    <a:pt x="275603" y="1379457"/>
                  </a:lnTo>
                  <a:lnTo>
                    <a:pt x="238697" y="1402792"/>
                  </a:lnTo>
                  <a:lnTo>
                    <a:pt x="209793" y="1450269"/>
                  </a:lnTo>
                  <a:lnTo>
                    <a:pt x="178681" y="1485181"/>
                  </a:lnTo>
                  <a:lnTo>
                    <a:pt x="149476" y="1532742"/>
                  </a:lnTo>
                  <a:lnTo>
                    <a:pt x="125315" y="1578912"/>
                  </a:lnTo>
                  <a:lnTo>
                    <a:pt x="108681" y="1636184"/>
                  </a:lnTo>
                  <a:lnTo>
                    <a:pt x="91940" y="1680312"/>
                  </a:lnTo>
                  <a:lnTo>
                    <a:pt x="80754" y="1736083"/>
                  </a:lnTo>
                  <a:lnTo>
                    <a:pt x="70564" y="1791579"/>
                  </a:lnTo>
                  <a:lnTo>
                    <a:pt x="61593" y="1846740"/>
                  </a:lnTo>
                  <a:lnTo>
                    <a:pt x="54062" y="1901505"/>
                  </a:lnTo>
                  <a:lnTo>
                    <a:pt x="48191" y="1955812"/>
                  </a:lnTo>
                  <a:lnTo>
                    <a:pt x="44203" y="2009601"/>
                  </a:lnTo>
                  <a:lnTo>
                    <a:pt x="42320" y="2062811"/>
                  </a:lnTo>
                  <a:lnTo>
                    <a:pt x="40737" y="2063246"/>
                  </a:lnTo>
                  <a:lnTo>
                    <a:pt x="39361" y="2076798"/>
                  </a:lnTo>
                  <a:lnTo>
                    <a:pt x="40152" y="2076580"/>
                  </a:lnTo>
                  <a:lnTo>
                    <a:pt x="43919" y="2088715"/>
                  </a:lnTo>
                  <a:lnTo>
                    <a:pt x="44908" y="2088443"/>
                  </a:lnTo>
                  <a:lnTo>
                    <a:pt x="54224" y="2112223"/>
                  </a:lnTo>
                  <a:lnTo>
                    <a:pt x="92517" y="2101679"/>
                  </a:lnTo>
                  <a:lnTo>
                    <a:pt x="88557" y="2115942"/>
                  </a:lnTo>
                  <a:lnTo>
                    <a:pt x="72631" y="2120327"/>
                  </a:lnTo>
                  <a:lnTo>
                    <a:pt x="63056" y="2136137"/>
                  </a:lnTo>
                  <a:close/>
                </a:path>
                <a:path w="2893695" h="2145029">
                  <a:moveTo>
                    <a:pt x="1855195" y="1405540"/>
                  </a:moveTo>
                  <a:lnTo>
                    <a:pt x="1570560" y="1483918"/>
                  </a:lnTo>
                  <a:lnTo>
                    <a:pt x="1521041" y="1484381"/>
                  </a:lnTo>
                  <a:lnTo>
                    <a:pt x="1471026" y="1471808"/>
                  </a:lnTo>
                  <a:lnTo>
                    <a:pt x="1379059" y="1470787"/>
                  </a:lnTo>
                  <a:lnTo>
                    <a:pt x="1331814" y="1457451"/>
                  </a:lnTo>
                  <a:lnTo>
                    <a:pt x="1286944" y="1443461"/>
                  </a:lnTo>
                  <a:lnTo>
                    <a:pt x="1241801" y="1416374"/>
                  </a:lnTo>
                  <a:lnTo>
                    <a:pt x="1194672" y="1389833"/>
                  </a:lnTo>
                  <a:lnTo>
                    <a:pt x="1146783" y="1363502"/>
                  </a:lnTo>
                  <a:lnTo>
                    <a:pt x="1101517" y="1349621"/>
                  </a:lnTo>
                  <a:lnTo>
                    <a:pt x="1052147" y="1323698"/>
                  </a:lnTo>
                  <a:lnTo>
                    <a:pt x="1002056" y="1297973"/>
                  </a:lnTo>
                  <a:lnTo>
                    <a:pt x="954631" y="1284686"/>
                  </a:lnTo>
                  <a:lnTo>
                    <a:pt x="903143" y="1259346"/>
                  </a:lnTo>
                  <a:lnTo>
                    <a:pt x="878788" y="1252880"/>
                  </a:lnTo>
                  <a:lnTo>
                    <a:pt x="852768" y="1233700"/>
                  </a:lnTo>
                  <a:lnTo>
                    <a:pt x="826303" y="1214642"/>
                  </a:lnTo>
                  <a:lnTo>
                    <a:pt x="800613" y="1208543"/>
                  </a:lnTo>
                  <a:lnTo>
                    <a:pt x="760567" y="1206397"/>
                  </a:lnTo>
                  <a:lnTo>
                    <a:pt x="633605" y="1201840"/>
                  </a:lnTo>
                  <a:lnTo>
                    <a:pt x="579216" y="1203644"/>
                  </a:lnTo>
                  <a:lnTo>
                    <a:pt x="736670" y="1160287"/>
                  </a:lnTo>
                  <a:lnTo>
                    <a:pt x="785837" y="1159921"/>
                  </a:lnTo>
                  <a:lnTo>
                    <a:pt x="839417" y="1184685"/>
                  </a:lnTo>
                  <a:lnTo>
                    <a:pt x="887076" y="1197907"/>
                  </a:lnTo>
                  <a:lnTo>
                    <a:pt x="933612" y="1224611"/>
                  </a:lnTo>
                  <a:lnTo>
                    <a:pt x="982161" y="1250760"/>
                  </a:lnTo>
                  <a:lnTo>
                    <a:pt x="1028516" y="1264341"/>
                  </a:lnTo>
                  <a:lnTo>
                    <a:pt x="1078584" y="1290072"/>
                  </a:lnTo>
                  <a:lnTo>
                    <a:pt x="1124787" y="1303695"/>
                  </a:lnTo>
                  <a:lnTo>
                    <a:pt x="1133723" y="1314407"/>
                  </a:lnTo>
                  <a:lnTo>
                    <a:pt x="1144851" y="1311343"/>
                  </a:lnTo>
                  <a:lnTo>
                    <a:pt x="1152896" y="1322300"/>
                  </a:lnTo>
                  <a:lnTo>
                    <a:pt x="1194799" y="1350280"/>
                  </a:lnTo>
                  <a:lnTo>
                    <a:pt x="1235199" y="1365501"/>
                  </a:lnTo>
                  <a:lnTo>
                    <a:pt x="1280867" y="1392444"/>
                  </a:lnTo>
                  <a:lnTo>
                    <a:pt x="1325087" y="1406612"/>
                  </a:lnTo>
                  <a:lnTo>
                    <a:pt x="1371259" y="1420244"/>
                  </a:lnTo>
                  <a:lnTo>
                    <a:pt x="1416039" y="1421086"/>
                  </a:lnTo>
                  <a:lnTo>
                    <a:pt x="1466198" y="1433619"/>
                  </a:lnTo>
                  <a:lnTo>
                    <a:pt x="1593049" y="1438207"/>
                  </a:lnTo>
                  <a:lnTo>
                    <a:pt x="1997811" y="1326751"/>
                  </a:lnTo>
                  <a:lnTo>
                    <a:pt x="1928486" y="1372186"/>
                  </a:lnTo>
                  <a:lnTo>
                    <a:pt x="1890266" y="1382710"/>
                  </a:lnTo>
                  <a:lnTo>
                    <a:pt x="1855195" y="1405540"/>
                  </a:lnTo>
                  <a:close/>
                </a:path>
                <a:path w="2893695" h="2145029">
                  <a:moveTo>
                    <a:pt x="1997811" y="1326751"/>
                  </a:moveTo>
                  <a:lnTo>
                    <a:pt x="1826282" y="1373983"/>
                  </a:lnTo>
                  <a:lnTo>
                    <a:pt x="1870795" y="1348554"/>
                  </a:lnTo>
                  <a:lnTo>
                    <a:pt x="2016832" y="1308341"/>
                  </a:lnTo>
                  <a:lnTo>
                    <a:pt x="1997811" y="1326751"/>
                  </a:lnTo>
                  <a:close/>
                </a:path>
                <a:path w="2893695" h="2145029">
                  <a:moveTo>
                    <a:pt x="1763227" y="1444037"/>
                  </a:moveTo>
                  <a:lnTo>
                    <a:pt x="1667942" y="1470275"/>
                  </a:lnTo>
                  <a:lnTo>
                    <a:pt x="1617330" y="1471039"/>
                  </a:lnTo>
                  <a:lnTo>
                    <a:pt x="1807595" y="1418647"/>
                  </a:lnTo>
                  <a:lnTo>
                    <a:pt x="1763227" y="1444037"/>
                  </a:lnTo>
                  <a:close/>
                </a:path>
                <a:path w="2893695" h="2145029">
                  <a:moveTo>
                    <a:pt x="94961" y="2074660"/>
                  </a:moveTo>
                  <a:lnTo>
                    <a:pt x="68055" y="2082069"/>
                  </a:lnTo>
                  <a:lnTo>
                    <a:pt x="70223" y="2068300"/>
                  </a:lnTo>
                  <a:lnTo>
                    <a:pt x="87237" y="2063615"/>
                  </a:lnTo>
                  <a:lnTo>
                    <a:pt x="94961" y="2074660"/>
                  </a:lnTo>
                  <a:close/>
                </a:path>
                <a:path w="2893695" h="2145029">
                  <a:moveTo>
                    <a:pt x="104664" y="2085161"/>
                  </a:moveTo>
                  <a:lnTo>
                    <a:pt x="60843" y="2097228"/>
                  </a:lnTo>
                  <a:lnTo>
                    <a:pt x="62726" y="2083537"/>
                  </a:lnTo>
                  <a:lnTo>
                    <a:pt x="98720" y="2073625"/>
                  </a:lnTo>
                  <a:lnTo>
                    <a:pt x="104664" y="2085161"/>
                  </a:lnTo>
                  <a:close/>
                </a:path>
                <a:path w="2893695" h="2145029">
                  <a:moveTo>
                    <a:pt x="104078" y="2098495"/>
                  </a:moveTo>
                  <a:lnTo>
                    <a:pt x="54224" y="2112223"/>
                  </a:lnTo>
                  <a:lnTo>
                    <a:pt x="55736" y="2098634"/>
                  </a:lnTo>
                  <a:lnTo>
                    <a:pt x="106246" y="2084726"/>
                  </a:lnTo>
                  <a:lnTo>
                    <a:pt x="104078" y="20984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1010205" y="2077632"/>
            <a:ext cx="9999345" cy="558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500" spc="-35" b="1">
                <a:latin typeface="Calibri"/>
                <a:cs typeface="Calibri"/>
              </a:rPr>
              <a:t>Trail</a:t>
            </a:r>
            <a:r>
              <a:rPr dirty="0" sz="3500" spc="-110" b="1">
                <a:latin typeface="Calibri"/>
                <a:cs typeface="Calibri"/>
              </a:rPr>
              <a:t> </a:t>
            </a:r>
            <a:r>
              <a:rPr dirty="0" sz="3500" b="1">
                <a:latin typeface="Calibri"/>
                <a:cs typeface="Calibri"/>
              </a:rPr>
              <a:t>carries</a:t>
            </a:r>
            <a:r>
              <a:rPr dirty="0" sz="3500" spc="-110" b="1">
                <a:latin typeface="Calibri"/>
                <a:cs typeface="Calibri"/>
              </a:rPr>
              <a:t> </a:t>
            </a:r>
            <a:r>
              <a:rPr dirty="0" sz="3500" spc="-10" b="1">
                <a:latin typeface="Calibri"/>
                <a:cs typeface="Calibri"/>
              </a:rPr>
              <a:t>attention</a:t>
            </a:r>
            <a:r>
              <a:rPr dirty="0" sz="3500" spc="-110" b="1">
                <a:latin typeface="Calibri"/>
                <a:cs typeface="Calibri"/>
              </a:rPr>
              <a:t> </a:t>
            </a:r>
            <a:r>
              <a:rPr dirty="0" sz="3500" b="1">
                <a:latin typeface="Calibri"/>
                <a:cs typeface="Calibri"/>
              </a:rPr>
              <a:t>across</a:t>
            </a:r>
            <a:r>
              <a:rPr dirty="0" sz="3500" spc="-110" b="1">
                <a:latin typeface="Calibri"/>
                <a:cs typeface="Calibri"/>
              </a:rPr>
              <a:t> </a:t>
            </a:r>
            <a:r>
              <a:rPr dirty="0" sz="3500" b="1">
                <a:latin typeface="Calibri"/>
                <a:cs typeface="Calibri"/>
              </a:rPr>
              <a:t>the</a:t>
            </a:r>
            <a:r>
              <a:rPr dirty="0" sz="3500" spc="-110" b="1">
                <a:latin typeface="Calibri"/>
                <a:cs typeface="Calibri"/>
              </a:rPr>
              <a:t> </a:t>
            </a:r>
            <a:r>
              <a:rPr dirty="0" sz="3500" b="1">
                <a:latin typeface="Calibri"/>
                <a:cs typeface="Calibri"/>
              </a:rPr>
              <a:t>apps</a:t>
            </a:r>
            <a:r>
              <a:rPr dirty="0" sz="3500" spc="-110" b="1">
                <a:latin typeface="Calibri"/>
                <a:cs typeface="Calibri"/>
              </a:rPr>
              <a:t> </a:t>
            </a:r>
            <a:r>
              <a:rPr dirty="0" sz="3500" b="1">
                <a:latin typeface="Calibri"/>
                <a:cs typeface="Calibri"/>
              </a:rPr>
              <a:t>you</a:t>
            </a:r>
            <a:r>
              <a:rPr dirty="0" sz="3500" spc="-110" b="1">
                <a:latin typeface="Calibri"/>
                <a:cs typeface="Calibri"/>
              </a:rPr>
              <a:t> </a:t>
            </a:r>
            <a:r>
              <a:rPr dirty="0" sz="3500" b="1">
                <a:latin typeface="Calibri"/>
                <a:cs typeface="Calibri"/>
              </a:rPr>
              <a:t>already</a:t>
            </a:r>
            <a:r>
              <a:rPr dirty="0" sz="3500" spc="-110" b="1">
                <a:latin typeface="Calibri"/>
                <a:cs typeface="Calibri"/>
              </a:rPr>
              <a:t> </a:t>
            </a:r>
            <a:r>
              <a:rPr dirty="0" sz="3500" spc="-20" b="1">
                <a:latin typeface="Calibri"/>
                <a:cs typeface="Calibri"/>
              </a:rPr>
              <a:t>use.</a:t>
            </a:r>
            <a:endParaRPr sz="35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2726268" y="1948314"/>
            <a:ext cx="1714500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b="1">
                <a:solidFill>
                  <a:srgbClr val="94C331"/>
                </a:solidFill>
                <a:latin typeface="Calibri"/>
                <a:cs typeface="Calibri"/>
              </a:rPr>
              <a:t>Booking</a:t>
            </a:r>
            <a:r>
              <a:rPr dirty="0" sz="2200" spc="-70" b="1">
                <a:solidFill>
                  <a:srgbClr val="94C331"/>
                </a:solidFill>
                <a:latin typeface="Calibri"/>
                <a:cs typeface="Calibri"/>
              </a:rPr>
              <a:t> </a:t>
            </a:r>
            <a:r>
              <a:rPr dirty="0" sz="2200" spc="-20" b="1">
                <a:solidFill>
                  <a:srgbClr val="94C331"/>
                </a:solidFill>
                <a:latin typeface="Calibri"/>
                <a:cs typeface="Calibri"/>
              </a:rPr>
              <a:t>Agent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2049811" y="2904202"/>
            <a:ext cx="5439410" cy="9512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2485"/>
              </a:lnSpc>
              <a:spcBef>
                <a:spcPts val="100"/>
              </a:spcBef>
            </a:pPr>
            <a:r>
              <a:rPr dirty="0" sz="2200" b="1">
                <a:latin typeface="Calibri"/>
                <a:cs typeface="Calibri"/>
              </a:rPr>
              <a:t>"Which</a:t>
            </a:r>
            <a:r>
              <a:rPr dirty="0" sz="2200" spc="-55" b="1">
                <a:latin typeface="Calibri"/>
                <a:cs typeface="Calibri"/>
              </a:rPr>
              <a:t> </a:t>
            </a:r>
            <a:r>
              <a:rPr dirty="0" sz="2200" spc="-10" b="1">
                <a:latin typeface="Calibri"/>
                <a:cs typeface="Calibri"/>
              </a:rPr>
              <a:t>flight?"</a:t>
            </a:r>
            <a:endParaRPr sz="2200">
              <a:latin typeface="Calibri"/>
              <a:cs typeface="Calibri"/>
            </a:endParaRPr>
          </a:p>
          <a:p>
            <a:pPr algn="ctr">
              <a:lnSpc>
                <a:spcPts val="2325"/>
              </a:lnSpc>
            </a:pPr>
            <a:r>
              <a:rPr dirty="0" sz="2200" spc="-50" b="1">
                <a:latin typeface="Calibri"/>
                <a:cs typeface="Calibri"/>
              </a:rPr>
              <a:t>↓</a:t>
            </a:r>
            <a:endParaRPr sz="2200">
              <a:latin typeface="Calibri"/>
              <a:cs typeface="Calibri"/>
            </a:endParaRPr>
          </a:p>
          <a:p>
            <a:pPr algn="ctr">
              <a:lnSpc>
                <a:spcPts val="2480"/>
              </a:lnSpc>
            </a:pPr>
            <a:r>
              <a:rPr dirty="0" sz="2200" b="1">
                <a:latin typeface="Calibri"/>
                <a:cs typeface="Calibri"/>
              </a:rPr>
              <a:t>Uses</a:t>
            </a:r>
            <a:r>
              <a:rPr dirty="0" sz="2200" spc="-4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prices</a:t>
            </a:r>
            <a:r>
              <a:rPr dirty="0" sz="2200" spc="-4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+</a:t>
            </a:r>
            <a:r>
              <a:rPr dirty="0" sz="2200" spc="-4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dates</a:t>
            </a:r>
            <a:r>
              <a:rPr dirty="0" sz="2200" spc="-3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+</a:t>
            </a:r>
            <a:r>
              <a:rPr dirty="0" sz="2200" spc="-4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route</a:t>
            </a:r>
            <a:r>
              <a:rPr dirty="0" sz="2200" spc="-4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from</a:t>
            </a:r>
            <a:r>
              <a:rPr dirty="0" sz="2200" spc="-4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attention</a:t>
            </a:r>
            <a:r>
              <a:rPr dirty="0" sz="2200" spc="-35" b="1">
                <a:latin typeface="Calibri"/>
                <a:cs typeface="Calibri"/>
              </a:rPr>
              <a:t> </a:t>
            </a:r>
            <a:r>
              <a:rPr dirty="0" sz="2200" spc="-10" b="1">
                <a:latin typeface="Calibri"/>
                <a:cs typeface="Calibri"/>
              </a:rPr>
              <a:t>trail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117062" y="4183696"/>
            <a:ext cx="3674745" cy="3707129"/>
            <a:chOff x="3117062" y="4183696"/>
            <a:chExt cx="3674745" cy="3707129"/>
          </a:xfrm>
        </p:grpSpPr>
        <p:sp>
          <p:nvSpPr>
            <p:cNvPr id="6" name="object 6"/>
            <p:cNvSpPr/>
            <p:nvPr/>
          </p:nvSpPr>
          <p:spPr>
            <a:xfrm>
              <a:off x="5066245" y="4183696"/>
              <a:ext cx="1725295" cy="3707129"/>
            </a:xfrm>
            <a:custGeom>
              <a:avLst/>
              <a:gdLst/>
              <a:ahLst/>
              <a:cxnLst/>
              <a:rect l="l" t="t" r="r" b="b"/>
              <a:pathLst>
                <a:path w="1725295" h="3707129">
                  <a:moveTo>
                    <a:pt x="1725229" y="2676794"/>
                  </a:moveTo>
                  <a:lnTo>
                    <a:pt x="1725229" y="3706548"/>
                  </a:lnTo>
                  <a:lnTo>
                    <a:pt x="1679090" y="3705868"/>
                  </a:lnTo>
                  <a:lnTo>
                    <a:pt x="1633601" y="3703861"/>
                  </a:lnTo>
                  <a:lnTo>
                    <a:pt x="1588847" y="3700580"/>
                  </a:lnTo>
                  <a:lnTo>
                    <a:pt x="1542536" y="3695847"/>
                  </a:lnTo>
                  <a:lnTo>
                    <a:pt x="1497610" y="3689902"/>
                  </a:lnTo>
                  <a:lnTo>
                    <a:pt x="1453015" y="3682686"/>
                  </a:lnTo>
                  <a:lnTo>
                    <a:pt x="1408769" y="3674215"/>
                  </a:lnTo>
                  <a:lnTo>
                    <a:pt x="1364889" y="3664509"/>
                  </a:lnTo>
                  <a:lnTo>
                    <a:pt x="1321391" y="3653584"/>
                  </a:lnTo>
                  <a:lnTo>
                    <a:pt x="1278291" y="3641460"/>
                  </a:lnTo>
                  <a:lnTo>
                    <a:pt x="1235607" y="3628153"/>
                  </a:lnTo>
                  <a:lnTo>
                    <a:pt x="1193355" y="3613682"/>
                  </a:lnTo>
                  <a:lnTo>
                    <a:pt x="1151553" y="3598065"/>
                  </a:lnTo>
                  <a:lnTo>
                    <a:pt x="1110215" y="3581319"/>
                  </a:lnTo>
                  <a:lnTo>
                    <a:pt x="1069360" y="3563463"/>
                  </a:lnTo>
                  <a:lnTo>
                    <a:pt x="1029004" y="3544514"/>
                  </a:lnTo>
                  <a:lnTo>
                    <a:pt x="989164" y="3524491"/>
                  </a:lnTo>
                  <a:lnTo>
                    <a:pt x="949856" y="3503411"/>
                  </a:lnTo>
                  <a:lnTo>
                    <a:pt x="911096" y="3481293"/>
                  </a:lnTo>
                  <a:lnTo>
                    <a:pt x="872903" y="3458154"/>
                  </a:lnTo>
                  <a:lnTo>
                    <a:pt x="835292" y="3434012"/>
                  </a:lnTo>
                  <a:lnTo>
                    <a:pt x="798280" y="3408885"/>
                  </a:lnTo>
                  <a:lnTo>
                    <a:pt x="761884" y="3382792"/>
                  </a:lnTo>
                  <a:lnTo>
                    <a:pt x="726120" y="3355749"/>
                  </a:lnTo>
                  <a:lnTo>
                    <a:pt x="691006" y="3327776"/>
                  </a:lnTo>
                  <a:lnTo>
                    <a:pt x="656557" y="3298889"/>
                  </a:lnTo>
                  <a:lnTo>
                    <a:pt x="622791" y="3269107"/>
                  </a:lnTo>
                  <a:lnTo>
                    <a:pt x="589724" y="3238448"/>
                  </a:lnTo>
                  <a:lnTo>
                    <a:pt x="557373" y="3206930"/>
                  </a:lnTo>
                  <a:lnTo>
                    <a:pt x="525754" y="3174570"/>
                  </a:lnTo>
                  <a:lnTo>
                    <a:pt x="494885" y="3141388"/>
                  </a:lnTo>
                  <a:lnTo>
                    <a:pt x="464782" y="3107399"/>
                  </a:lnTo>
                  <a:lnTo>
                    <a:pt x="435461" y="3072623"/>
                  </a:lnTo>
                  <a:lnTo>
                    <a:pt x="406940" y="3037078"/>
                  </a:lnTo>
                  <a:lnTo>
                    <a:pt x="379234" y="3000781"/>
                  </a:lnTo>
                  <a:lnTo>
                    <a:pt x="352362" y="2963750"/>
                  </a:lnTo>
                  <a:lnTo>
                    <a:pt x="326339" y="2926004"/>
                  </a:lnTo>
                  <a:lnTo>
                    <a:pt x="301182" y="2887559"/>
                  </a:lnTo>
                  <a:lnTo>
                    <a:pt x="276908" y="2848435"/>
                  </a:lnTo>
                  <a:lnTo>
                    <a:pt x="253533" y="2808649"/>
                  </a:lnTo>
                  <a:lnTo>
                    <a:pt x="231074" y="2768219"/>
                  </a:lnTo>
                  <a:lnTo>
                    <a:pt x="209549" y="2727163"/>
                  </a:lnTo>
                  <a:lnTo>
                    <a:pt x="188973" y="2685499"/>
                  </a:lnTo>
                  <a:lnTo>
                    <a:pt x="169363" y="2643245"/>
                  </a:lnTo>
                  <a:lnTo>
                    <a:pt x="150736" y="2600418"/>
                  </a:lnTo>
                  <a:lnTo>
                    <a:pt x="133108" y="2557037"/>
                  </a:lnTo>
                  <a:lnTo>
                    <a:pt x="116497" y="2513120"/>
                  </a:lnTo>
                  <a:lnTo>
                    <a:pt x="100919" y="2468684"/>
                  </a:lnTo>
                  <a:lnTo>
                    <a:pt x="86391" y="2423748"/>
                  </a:lnTo>
                  <a:lnTo>
                    <a:pt x="72929" y="2378330"/>
                  </a:lnTo>
                  <a:lnTo>
                    <a:pt x="60550" y="2332446"/>
                  </a:lnTo>
                  <a:lnTo>
                    <a:pt x="49271" y="2286117"/>
                  </a:lnTo>
                  <a:lnTo>
                    <a:pt x="39108" y="2239358"/>
                  </a:lnTo>
                  <a:lnTo>
                    <a:pt x="30078" y="2192189"/>
                  </a:lnTo>
                  <a:lnTo>
                    <a:pt x="22198" y="2144627"/>
                  </a:lnTo>
                  <a:lnTo>
                    <a:pt x="15485" y="2096690"/>
                  </a:lnTo>
                  <a:lnTo>
                    <a:pt x="9955" y="2048396"/>
                  </a:lnTo>
                  <a:lnTo>
                    <a:pt x="5624" y="1999763"/>
                  </a:lnTo>
                  <a:lnTo>
                    <a:pt x="2499" y="1950506"/>
                  </a:lnTo>
                  <a:lnTo>
                    <a:pt x="630" y="1901441"/>
                  </a:lnTo>
                  <a:lnTo>
                    <a:pt x="0" y="1852009"/>
                  </a:lnTo>
                  <a:lnTo>
                    <a:pt x="630" y="1802467"/>
                  </a:lnTo>
                  <a:lnTo>
                    <a:pt x="2499" y="1753513"/>
                  </a:lnTo>
                  <a:lnTo>
                    <a:pt x="5624" y="1704256"/>
                  </a:lnTo>
                  <a:lnTo>
                    <a:pt x="9955" y="1655623"/>
                  </a:lnTo>
                  <a:lnTo>
                    <a:pt x="15485" y="1607329"/>
                  </a:lnTo>
                  <a:lnTo>
                    <a:pt x="22198" y="1559392"/>
                  </a:lnTo>
                  <a:lnTo>
                    <a:pt x="30078" y="1511830"/>
                  </a:lnTo>
                  <a:lnTo>
                    <a:pt x="39108" y="1464660"/>
                  </a:lnTo>
                  <a:lnTo>
                    <a:pt x="49271" y="1417902"/>
                  </a:lnTo>
                  <a:lnTo>
                    <a:pt x="60550" y="1371572"/>
                  </a:lnTo>
                  <a:lnTo>
                    <a:pt x="72929" y="1325689"/>
                  </a:lnTo>
                  <a:lnTo>
                    <a:pt x="86391" y="1280270"/>
                  </a:lnTo>
                  <a:lnTo>
                    <a:pt x="100919" y="1235334"/>
                  </a:lnTo>
                  <a:lnTo>
                    <a:pt x="116497" y="1190899"/>
                  </a:lnTo>
                  <a:lnTo>
                    <a:pt x="133108" y="1146981"/>
                  </a:lnTo>
                  <a:lnTo>
                    <a:pt x="150736" y="1103601"/>
                  </a:lnTo>
                  <a:lnTo>
                    <a:pt x="169363" y="1060774"/>
                  </a:lnTo>
                  <a:lnTo>
                    <a:pt x="188973" y="1018520"/>
                  </a:lnTo>
                  <a:lnTo>
                    <a:pt x="209549" y="976855"/>
                  </a:lnTo>
                  <a:lnTo>
                    <a:pt x="231074" y="935799"/>
                  </a:lnTo>
                  <a:lnTo>
                    <a:pt x="253533" y="895369"/>
                  </a:lnTo>
                  <a:lnTo>
                    <a:pt x="276908" y="855583"/>
                  </a:lnTo>
                  <a:lnTo>
                    <a:pt x="301182" y="816459"/>
                  </a:lnTo>
                  <a:lnTo>
                    <a:pt x="326339" y="778015"/>
                  </a:lnTo>
                  <a:lnTo>
                    <a:pt x="352362" y="740268"/>
                  </a:lnTo>
                  <a:lnTo>
                    <a:pt x="379234" y="703238"/>
                  </a:lnTo>
                  <a:lnTo>
                    <a:pt x="406940" y="666941"/>
                  </a:lnTo>
                  <a:lnTo>
                    <a:pt x="435461" y="631395"/>
                  </a:lnTo>
                  <a:lnTo>
                    <a:pt x="464782" y="596619"/>
                  </a:lnTo>
                  <a:lnTo>
                    <a:pt x="494885" y="562631"/>
                  </a:lnTo>
                  <a:lnTo>
                    <a:pt x="525754" y="529448"/>
                  </a:lnTo>
                  <a:lnTo>
                    <a:pt x="557373" y="497088"/>
                  </a:lnTo>
                  <a:lnTo>
                    <a:pt x="589724" y="465570"/>
                  </a:lnTo>
                  <a:lnTo>
                    <a:pt x="622791" y="434911"/>
                  </a:lnTo>
                  <a:lnTo>
                    <a:pt x="656557" y="405129"/>
                  </a:lnTo>
                  <a:lnTo>
                    <a:pt x="691006" y="376243"/>
                  </a:lnTo>
                  <a:lnTo>
                    <a:pt x="726120" y="348269"/>
                  </a:lnTo>
                  <a:lnTo>
                    <a:pt x="761884" y="321227"/>
                  </a:lnTo>
                  <a:lnTo>
                    <a:pt x="798280" y="295133"/>
                  </a:lnTo>
                  <a:lnTo>
                    <a:pt x="835292" y="270006"/>
                  </a:lnTo>
                  <a:lnTo>
                    <a:pt x="872903" y="245864"/>
                  </a:lnTo>
                  <a:lnTo>
                    <a:pt x="911096" y="222725"/>
                  </a:lnTo>
                  <a:lnTo>
                    <a:pt x="949856" y="200607"/>
                  </a:lnTo>
                  <a:lnTo>
                    <a:pt x="957953" y="196264"/>
                  </a:lnTo>
                  <a:lnTo>
                    <a:pt x="957953" y="1852009"/>
                  </a:lnTo>
                  <a:lnTo>
                    <a:pt x="959375" y="1901552"/>
                  </a:lnTo>
                  <a:lnTo>
                    <a:pt x="963590" y="1950506"/>
                  </a:lnTo>
                  <a:lnTo>
                    <a:pt x="970507" y="1998614"/>
                  </a:lnTo>
                  <a:lnTo>
                    <a:pt x="980043" y="2045840"/>
                  </a:lnTo>
                  <a:lnTo>
                    <a:pt x="992112" y="2092091"/>
                  </a:lnTo>
                  <a:lnTo>
                    <a:pt x="1006628" y="2137275"/>
                  </a:lnTo>
                  <a:lnTo>
                    <a:pt x="1023506" y="2181301"/>
                  </a:lnTo>
                  <a:lnTo>
                    <a:pt x="1042660" y="2224076"/>
                  </a:lnTo>
                  <a:lnTo>
                    <a:pt x="1064005" y="2265508"/>
                  </a:lnTo>
                  <a:lnTo>
                    <a:pt x="1087455" y="2305505"/>
                  </a:lnTo>
                  <a:lnTo>
                    <a:pt x="1112924" y="2343976"/>
                  </a:lnTo>
                  <a:lnTo>
                    <a:pt x="1140327" y="2380828"/>
                  </a:lnTo>
                  <a:lnTo>
                    <a:pt x="1169578" y="2415969"/>
                  </a:lnTo>
                  <a:lnTo>
                    <a:pt x="1200592" y="2449307"/>
                  </a:lnTo>
                  <a:lnTo>
                    <a:pt x="1233283" y="2480751"/>
                  </a:lnTo>
                  <a:lnTo>
                    <a:pt x="1267565" y="2510208"/>
                  </a:lnTo>
                  <a:lnTo>
                    <a:pt x="1303354" y="2537586"/>
                  </a:lnTo>
                  <a:lnTo>
                    <a:pt x="1340562" y="2562793"/>
                  </a:lnTo>
                  <a:lnTo>
                    <a:pt x="1379106" y="2585738"/>
                  </a:lnTo>
                  <a:lnTo>
                    <a:pt x="1418898" y="2606328"/>
                  </a:lnTo>
                  <a:lnTo>
                    <a:pt x="1459854" y="2624471"/>
                  </a:lnTo>
                  <a:lnTo>
                    <a:pt x="1501888" y="2640075"/>
                  </a:lnTo>
                  <a:lnTo>
                    <a:pt x="1544914" y="2653048"/>
                  </a:lnTo>
                  <a:lnTo>
                    <a:pt x="1588847" y="2663299"/>
                  </a:lnTo>
                  <a:lnTo>
                    <a:pt x="1633319" y="2670688"/>
                  </a:lnTo>
                  <a:lnTo>
                    <a:pt x="1679090" y="2675264"/>
                  </a:lnTo>
                  <a:lnTo>
                    <a:pt x="1725229" y="2676794"/>
                  </a:lnTo>
                  <a:close/>
                </a:path>
                <a:path w="1725295" h="3707129">
                  <a:moveTo>
                    <a:pt x="1725229" y="0"/>
                  </a:moveTo>
                  <a:lnTo>
                    <a:pt x="1725229" y="1027224"/>
                  </a:lnTo>
                  <a:lnTo>
                    <a:pt x="1679090" y="1028755"/>
                  </a:lnTo>
                  <a:lnTo>
                    <a:pt x="1633601" y="1033283"/>
                  </a:lnTo>
                  <a:lnTo>
                    <a:pt x="1588847" y="1040719"/>
                  </a:lnTo>
                  <a:lnTo>
                    <a:pt x="1544914" y="1050970"/>
                  </a:lnTo>
                  <a:lnTo>
                    <a:pt x="1501888" y="1063943"/>
                  </a:lnTo>
                  <a:lnTo>
                    <a:pt x="1459854" y="1079547"/>
                  </a:lnTo>
                  <a:lnTo>
                    <a:pt x="1418898" y="1097690"/>
                  </a:lnTo>
                  <a:lnTo>
                    <a:pt x="1379106" y="1118280"/>
                  </a:lnTo>
                  <a:lnTo>
                    <a:pt x="1340562" y="1141225"/>
                  </a:lnTo>
                  <a:lnTo>
                    <a:pt x="1303354" y="1166432"/>
                  </a:lnTo>
                  <a:lnTo>
                    <a:pt x="1267565" y="1193810"/>
                  </a:lnTo>
                  <a:lnTo>
                    <a:pt x="1233283" y="1223267"/>
                  </a:lnTo>
                  <a:lnTo>
                    <a:pt x="1200592" y="1254711"/>
                  </a:lnTo>
                  <a:lnTo>
                    <a:pt x="1169578" y="1288049"/>
                  </a:lnTo>
                  <a:lnTo>
                    <a:pt x="1140327" y="1323190"/>
                  </a:lnTo>
                  <a:lnTo>
                    <a:pt x="1112924" y="1360042"/>
                  </a:lnTo>
                  <a:lnTo>
                    <a:pt x="1087455" y="1398513"/>
                  </a:lnTo>
                  <a:lnTo>
                    <a:pt x="1064005" y="1438510"/>
                  </a:lnTo>
                  <a:lnTo>
                    <a:pt x="1042660" y="1479943"/>
                  </a:lnTo>
                  <a:lnTo>
                    <a:pt x="1023506" y="1522717"/>
                  </a:lnTo>
                  <a:lnTo>
                    <a:pt x="1006628" y="1566743"/>
                  </a:lnTo>
                  <a:lnTo>
                    <a:pt x="992112" y="1611927"/>
                  </a:lnTo>
                  <a:lnTo>
                    <a:pt x="980043" y="1658178"/>
                  </a:lnTo>
                  <a:lnTo>
                    <a:pt x="970507" y="1705404"/>
                  </a:lnTo>
                  <a:lnTo>
                    <a:pt x="963590" y="1753512"/>
                  </a:lnTo>
                  <a:lnTo>
                    <a:pt x="959375" y="1802467"/>
                  </a:lnTo>
                  <a:lnTo>
                    <a:pt x="957953" y="1852009"/>
                  </a:lnTo>
                  <a:lnTo>
                    <a:pt x="957953" y="196264"/>
                  </a:lnTo>
                  <a:lnTo>
                    <a:pt x="1029004" y="159504"/>
                  </a:lnTo>
                  <a:lnTo>
                    <a:pt x="1069360" y="140556"/>
                  </a:lnTo>
                  <a:lnTo>
                    <a:pt x="1110215" y="122699"/>
                  </a:lnTo>
                  <a:lnTo>
                    <a:pt x="1151553" y="105954"/>
                  </a:lnTo>
                  <a:lnTo>
                    <a:pt x="1193355" y="90336"/>
                  </a:lnTo>
                  <a:lnTo>
                    <a:pt x="1235607" y="75865"/>
                  </a:lnTo>
                  <a:lnTo>
                    <a:pt x="1278291" y="62558"/>
                  </a:lnTo>
                  <a:lnTo>
                    <a:pt x="1321391" y="50434"/>
                  </a:lnTo>
                  <a:lnTo>
                    <a:pt x="1364889" y="39509"/>
                  </a:lnTo>
                  <a:lnTo>
                    <a:pt x="1408769" y="29803"/>
                  </a:lnTo>
                  <a:lnTo>
                    <a:pt x="1453015" y="21332"/>
                  </a:lnTo>
                  <a:lnTo>
                    <a:pt x="1497610" y="14116"/>
                  </a:lnTo>
                  <a:lnTo>
                    <a:pt x="1542536" y="8171"/>
                  </a:lnTo>
                  <a:lnTo>
                    <a:pt x="1587778" y="3516"/>
                  </a:lnTo>
                  <a:lnTo>
                    <a:pt x="1633319" y="169"/>
                  </a:lnTo>
                  <a:lnTo>
                    <a:pt x="1637165" y="0"/>
                  </a:lnTo>
                  <a:lnTo>
                    <a:pt x="1725229" y="0"/>
                  </a:lnTo>
                  <a:close/>
                </a:path>
              </a:pathLst>
            </a:custGeom>
            <a:solidFill>
              <a:srgbClr val="D9D3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3117062" y="5261901"/>
              <a:ext cx="1939925" cy="1729739"/>
            </a:xfrm>
            <a:custGeom>
              <a:avLst/>
              <a:gdLst/>
              <a:ahLst/>
              <a:cxnLst/>
              <a:rect l="l" t="t" r="r" b="b"/>
              <a:pathLst>
                <a:path w="1939925" h="1729740">
                  <a:moveTo>
                    <a:pt x="1939417" y="126415"/>
                  </a:moveTo>
                  <a:lnTo>
                    <a:pt x="1921611" y="99491"/>
                  </a:lnTo>
                  <a:lnTo>
                    <a:pt x="1916150" y="97434"/>
                  </a:lnTo>
                  <a:lnTo>
                    <a:pt x="1879244" y="82918"/>
                  </a:lnTo>
                  <a:lnTo>
                    <a:pt x="1838782" y="68402"/>
                  </a:lnTo>
                  <a:lnTo>
                    <a:pt x="1786801" y="51968"/>
                  </a:lnTo>
                  <a:lnTo>
                    <a:pt x="1724291" y="35344"/>
                  </a:lnTo>
                  <a:lnTo>
                    <a:pt x="1652219" y="20205"/>
                  </a:lnTo>
                  <a:lnTo>
                    <a:pt x="1612912" y="13716"/>
                  </a:lnTo>
                  <a:lnTo>
                    <a:pt x="1571599" y="8255"/>
                  </a:lnTo>
                  <a:lnTo>
                    <a:pt x="1528381" y="4000"/>
                  </a:lnTo>
                  <a:lnTo>
                    <a:pt x="1483398" y="1181"/>
                  </a:lnTo>
                  <a:lnTo>
                    <a:pt x="1436776" y="0"/>
                  </a:lnTo>
                  <a:lnTo>
                    <a:pt x="1388630" y="685"/>
                  </a:lnTo>
                  <a:lnTo>
                    <a:pt x="1339088" y="3441"/>
                  </a:lnTo>
                  <a:lnTo>
                    <a:pt x="1288262" y="8470"/>
                  </a:lnTo>
                  <a:lnTo>
                    <a:pt x="1236294" y="15989"/>
                  </a:lnTo>
                  <a:lnTo>
                    <a:pt x="1183297" y="26212"/>
                  </a:lnTo>
                  <a:lnTo>
                    <a:pt x="1129398" y="39357"/>
                  </a:lnTo>
                  <a:lnTo>
                    <a:pt x="1074724" y="55626"/>
                  </a:lnTo>
                  <a:lnTo>
                    <a:pt x="1019390" y="75234"/>
                  </a:lnTo>
                  <a:lnTo>
                    <a:pt x="963536" y="98399"/>
                  </a:lnTo>
                  <a:lnTo>
                    <a:pt x="907262" y="125323"/>
                  </a:lnTo>
                  <a:lnTo>
                    <a:pt x="850709" y="156222"/>
                  </a:lnTo>
                  <a:lnTo>
                    <a:pt x="793991" y="191312"/>
                  </a:lnTo>
                  <a:lnTo>
                    <a:pt x="737235" y="230797"/>
                  </a:lnTo>
                  <a:lnTo>
                    <a:pt x="680567" y="274891"/>
                  </a:lnTo>
                  <a:lnTo>
                    <a:pt x="624116" y="323811"/>
                  </a:lnTo>
                  <a:lnTo>
                    <a:pt x="567994" y="377774"/>
                  </a:lnTo>
                  <a:lnTo>
                    <a:pt x="512419" y="435991"/>
                  </a:lnTo>
                  <a:lnTo>
                    <a:pt x="461403" y="493509"/>
                  </a:lnTo>
                  <a:lnTo>
                    <a:pt x="414794" y="550303"/>
                  </a:lnTo>
                  <a:lnTo>
                    <a:pt x="372402" y="606323"/>
                  </a:lnTo>
                  <a:lnTo>
                    <a:pt x="334048" y="661517"/>
                  </a:lnTo>
                  <a:lnTo>
                    <a:pt x="299554" y="715848"/>
                  </a:lnTo>
                  <a:lnTo>
                    <a:pt x="268744" y="769264"/>
                  </a:lnTo>
                  <a:lnTo>
                    <a:pt x="241452" y="821715"/>
                  </a:lnTo>
                  <a:lnTo>
                    <a:pt x="217474" y="873175"/>
                  </a:lnTo>
                  <a:lnTo>
                    <a:pt x="196646" y="923582"/>
                  </a:lnTo>
                  <a:lnTo>
                    <a:pt x="178790" y="972896"/>
                  </a:lnTo>
                  <a:lnTo>
                    <a:pt x="163741" y="1021080"/>
                  </a:lnTo>
                  <a:lnTo>
                    <a:pt x="151295" y="1068070"/>
                  </a:lnTo>
                  <a:lnTo>
                    <a:pt x="141287" y="1113853"/>
                  </a:lnTo>
                  <a:lnTo>
                    <a:pt x="133540" y="1158354"/>
                  </a:lnTo>
                  <a:lnTo>
                    <a:pt x="127876" y="1201534"/>
                  </a:lnTo>
                  <a:lnTo>
                    <a:pt x="124117" y="1243355"/>
                  </a:lnTo>
                  <a:lnTo>
                    <a:pt x="122085" y="1283779"/>
                  </a:lnTo>
                  <a:lnTo>
                    <a:pt x="121602" y="1322755"/>
                  </a:lnTo>
                  <a:lnTo>
                    <a:pt x="122491" y="1360220"/>
                  </a:lnTo>
                  <a:lnTo>
                    <a:pt x="127660" y="1430502"/>
                  </a:lnTo>
                  <a:lnTo>
                    <a:pt x="136169" y="1494269"/>
                  </a:lnTo>
                  <a:lnTo>
                    <a:pt x="146608" y="1551165"/>
                  </a:lnTo>
                  <a:lnTo>
                    <a:pt x="147840" y="1556969"/>
                  </a:lnTo>
                  <a:lnTo>
                    <a:pt x="49034" y="1411554"/>
                  </a:lnTo>
                  <a:lnTo>
                    <a:pt x="28409" y="1399882"/>
                  </a:lnTo>
                  <a:lnTo>
                    <a:pt x="24942" y="1399921"/>
                  </a:lnTo>
                  <a:lnTo>
                    <a:pt x="0" y="1425155"/>
                  </a:lnTo>
                  <a:lnTo>
                    <a:pt x="0" y="1428623"/>
                  </a:lnTo>
                  <a:lnTo>
                    <a:pt x="194716" y="1721535"/>
                  </a:lnTo>
                  <a:lnTo>
                    <a:pt x="213956" y="1729359"/>
                  </a:lnTo>
                  <a:lnTo>
                    <a:pt x="224574" y="1727200"/>
                  </a:lnTo>
                  <a:lnTo>
                    <a:pt x="229133" y="1724736"/>
                  </a:lnTo>
                  <a:lnTo>
                    <a:pt x="236766" y="1717052"/>
                  </a:lnTo>
                  <a:lnTo>
                    <a:pt x="239191" y="1712480"/>
                  </a:lnTo>
                  <a:lnTo>
                    <a:pt x="295770" y="1423301"/>
                  </a:lnTo>
                  <a:lnTo>
                    <a:pt x="296557" y="1419758"/>
                  </a:lnTo>
                  <a:lnTo>
                    <a:pt x="271157" y="1390370"/>
                  </a:lnTo>
                  <a:lnTo>
                    <a:pt x="267601" y="1390396"/>
                  </a:lnTo>
                  <a:lnTo>
                    <a:pt x="243078" y="1412951"/>
                  </a:lnTo>
                  <a:lnTo>
                    <a:pt x="209245" y="1585836"/>
                  </a:lnTo>
                  <a:lnTo>
                    <a:pt x="199186" y="1539290"/>
                  </a:lnTo>
                  <a:lnTo>
                    <a:pt x="189014" y="1482064"/>
                  </a:lnTo>
                  <a:lnTo>
                    <a:pt x="181000" y="1417840"/>
                  </a:lnTo>
                  <a:lnTo>
                    <a:pt x="176657" y="1346962"/>
                  </a:lnTo>
                  <a:lnTo>
                    <a:pt x="176326" y="1309166"/>
                  </a:lnTo>
                  <a:lnTo>
                    <a:pt x="177482" y="1269847"/>
                  </a:lnTo>
                  <a:lnTo>
                    <a:pt x="180301" y="1229055"/>
                  </a:lnTo>
                  <a:lnTo>
                    <a:pt x="184988" y="1186840"/>
                  </a:lnTo>
                  <a:lnTo>
                    <a:pt x="191706" y="1143266"/>
                  </a:lnTo>
                  <a:lnTo>
                    <a:pt x="200672" y="1098346"/>
                  </a:lnTo>
                  <a:lnTo>
                    <a:pt x="212051" y="1052156"/>
                  </a:lnTo>
                  <a:lnTo>
                    <a:pt x="226047" y="1004735"/>
                  </a:lnTo>
                  <a:lnTo>
                    <a:pt x="242836" y="956132"/>
                  </a:lnTo>
                  <a:lnTo>
                    <a:pt x="262610" y="906386"/>
                  </a:lnTo>
                  <a:lnTo>
                    <a:pt x="285572" y="855560"/>
                  </a:lnTo>
                  <a:lnTo>
                    <a:pt x="311886" y="803681"/>
                  </a:lnTo>
                  <a:lnTo>
                    <a:pt x="341757" y="750811"/>
                  </a:lnTo>
                  <a:lnTo>
                    <a:pt x="375373" y="696988"/>
                  </a:lnTo>
                  <a:lnTo>
                    <a:pt x="412915" y="642277"/>
                  </a:lnTo>
                  <a:lnTo>
                    <a:pt x="454583" y="586701"/>
                  </a:lnTo>
                  <a:lnTo>
                    <a:pt x="500545" y="530326"/>
                  </a:lnTo>
                  <a:lnTo>
                    <a:pt x="551014" y="473189"/>
                  </a:lnTo>
                  <a:lnTo>
                    <a:pt x="606158" y="415353"/>
                  </a:lnTo>
                  <a:lnTo>
                    <a:pt x="661682" y="362077"/>
                  </a:lnTo>
                  <a:lnTo>
                    <a:pt x="717537" y="313944"/>
                  </a:lnTo>
                  <a:lnTo>
                    <a:pt x="773607" y="270725"/>
                  </a:lnTo>
                  <a:lnTo>
                    <a:pt x="829741" y="232206"/>
                  </a:lnTo>
                  <a:lnTo>
                    <a:pt x="885837" y="198145"/>
                  </a:lnTo>
                  <a:lnTo>
                    <a:pt x="941755" y="168338"/>
                  </a:lnTo>
                  <a:lnTo>
                    <a:pt x="997343" y="142544"/>
                  </a:lnTo>
                  <a:lnTo>
                    <a:pt x="1052499" y="120548"/>
                  </a:lnTo>
                  <a:lnTo>
                    <a:pt x="1107084" y="102120"/>
                  </a:lnTo>
                  <a:lnTo>
                    <a:pt x="1160970" y="87045"/>
                  </a:lnTo>
                  <a:lnTo>
                    <a:pt x="1214005" y="75095"/>
                  </a:lnTo>
                  <a:lnTo>
                    <a:pt x="1266088" y="66052"/>
                  </a:lnTo>
                  <a:lnTo>
                    <a:pt x="1317078" y="59690"/>
                  </a:lnTo>
                  <a:lnTo>
                    <a:pt x="1366850" y="55778"/>
                  </a:lnTo>
                  <a:lnTo>
                    <a:pt x="1415249" y="54102"/>
                  </a:lnTo>
                  <a:lnTo>
                    <a:pt x="1462176" y="54432"/>
                  </a:lnTo>
                  <a:lnTo>
                    <a:pt x="1507490" y="56540"/>
                  </a:lnTo>
                  <a:lnTo>
                    <a:pt x="1551051" y="60223"/>
                  </a:lnTo>
                  <a:lnTo>
                    <a:pt x="1592745" y="65227"/>
                  </a:lnTo>
                  <a:lnTo>
                    <a:pt x="1632432" y="71361"/>
                  </a:lnTo>
                  <a:lnTo>
                    <a:pt x="1669973" y="78384"/>
                  </a:lnTo>
                  <a:lnTo>
                    <a:pt x="1738147" y="94195"/>
                  </a:lnTo>
                  <a:lnTo>
                    <a:pt x="1796211" y="110896"/>
                  </a:lnTo>
                  <a:lnTo>
                    <a:pt x="1843125" y="126682"/>
                  </a:lnTo>
                  <a:lnTo>
                    <a:pt x="1899361" y="148374"/>
                  </a:lnTo>
                  <a:lnTo>
                    <a:pt x="1904822" y="150431"/>
                  </a:lnTo>
                  <a:lnTo>
                    <a:pt x="1908162" y="151422"/>
                  </a:lnTo>
                  <a:lnTo>
                    <a:pt x="1911565" y="151739"/>
                  </a:lnTo>
                  <a:lnTo>
                    <a:pt x="1918500" y="151066"/>
                  </a:lnTo>
                  <a:lnTo>
                    <a:pt x="1938985" y="129806"/>
                  </a:lnTo>
                  <a:lnTo>
                    <a:pt x="1939417" y="12641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6388063" y="5306388"/>
            <a:ext cx="3905250" cy="6959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ctr">
              <a:lnSpc>
                <a:spcPts val="2815"/>
              </a:lnSpc>
              <a:spcBef>
                <a:spcPts val="110"/>
              </a:spcBef>
            </a:pPr>
            <a:r>
              <a:rPr dirty="0" sz="2500" spc="5325">
                <a:latin typeface="Microsoft Sans Serif"/>
                <a:cs typeface="Microsoft Sans Serif"/>
              </a:rPr>
              <a:t>🖱</a:t>
            </a:r>
            <a:r>
              <a:rPr dirty="0" sz="2500" spc="254">
                <a:latin typeface="Microsoft Sans Serif"/>
                <a:cs typeface="Microsoft Sans Serif"/>
              </a:rPr>
              <a:t> </a:t>
            </a:r>
            <a:r>
              <a:rPr dirty="0" sz="2200" spc="-10" b="1">
                <a:latin typeface="Calibri"/>
                <a:cs typeface="Calibri"/>
              </a:rPr>
              <a:t>TRAIL</a:t>
            </a:r>
            <a:endParaRPr sz="2200">
              <a:latin typeface="Calibri"/>
              <a:cs typeface="Calibri"/>
            </a:endParaRPr>
          </a:p>
          <a:p>
            <a:pPr algn="ctr">
              <a:lnSpc>
                <a:spcPts val="2450"/>
              </a:lnSpc>
            </a:pPr>
            <a:r>
              <a:rPr dirty="0" sz="2200" b="1">
                <a:latin typeface="Calibri"/>
                <a:cs typeface="Calibri"/>
              </a:rPr>
              <a:t>Attention</a:t>
            </a:r>
            <a:r>
              <a:rPr dirty="0" sz="2200" spc="-3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→</a:t>
            </a:r>
            <a:r>
              <a:rPr dirty="0" sz="2200" spc="-3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Context</a:t>
            </a:r>
            <a:r>
              <a:rPr dirty="0" sz="2200" spc="-3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→</a:t>
            </a:r>
            <a:r>
              <a:rPr dirty="0" sz="2200" spc="-30" b="1">
                <a:latin typeface="Calibri"/>
                <a:cs typeface="Calibri"/>
              </a:rPr>
              <a:t> </a:t>
            </a:r>
            <a:r>
              <a:rPr dirty="0" sz="2200" spc="-10" b="1">
                <a:latin typeface="Calibri"/>
                <a:cs typeface="Calibri"/>
              </a:rPr>
              <a:t>Specialist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412917" y="6960136"/>
            <a:ext cx="1558290" cy="655955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12700" marR="5080" indent="292735">
              <a:lnSpc>
                <a:spcPts val="2330"/>
              </a:lnSpc>
              <a:spcBef>
                <a:spcPts val="434"/>
              </a:spcBef>
            </a:pPr>
            <a:r>
              <a:rPr dirty="0" sz="2200" b="1">
                <a:solidFill>
                  <a:srgbClr val="94C331"/>
                </a:solidFill>
                <a:latin typeface="Calibri"/>
                <a:cs typeface="Calibri"/>
              </a:rPr>
              <a:t>VS</a:t>
            </a:r>
            <a:r>
              <a:rPr dirty="0" sz="2200" spc="-25" b="1">
                <a:solidFill>
                  <a:srgbClr val="94C331"/>
                </a:solidFill>
                <a:latin typeface="Calibri"/>
                <a:cs typeface="Calibri"/>
              </a:rPr>
              <a:t> </a:t>
            </a:r>
            <a:r>
              <a:rPr dirty="0" sz="2200" spc="-20" b="1">
                <a:solidFill>
                  <a:srgbClr val="94C331"/>
                </a:solidFill>
                <a:latin typeface="Calibri"/>
                <a:cs typeface="Calibri"/>
              </a:rPr>
              <a:t>Code </a:t>
            </a:r>
            <a:r>
              <a:rPr dirty="0" sz="2200" b="1">
                <a:solidFill>
                  <a:srgbClr val="94C331"/>
                </a:solidFill>
                <a:latin typeface="Calibri"/>
                <a:cs typeface="Calibri"/>
              </a:rPr>
              <a:t>Code</a:t>
            </a:r>
            <a:r>
              <a:rPr dirty="0" sz="2200" spc="-45" b="1">
                <a:solidFill>
                  <a:srgbClr val="94C331"/>
                </a:solidFill>
                <a:latin typeface="Calibri"/>
                <a:cs typeface="Calibri"/>
              </a:rPr>
              <a:t> </a:t>
            </a:r>
            <a:r>
              <a:rPr dirty="0" sz="2200" spc="-10" b="1">
                <a:solidFill>
                  <a:srgbClr val="94C331"/>
                </a:solidFill>
                <a:latin typeface="Calibri"/>
                <a:cs typeface="Calibri"/>
              </a:rPr>
              <a:t>Mentor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06809" y="7842387"/>
            <a:ext cx="5032375" cy="9512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2480"/>
              </a:lnSpc>
              <a:spcBef>
                <a:spcPts val="100"/>
              </a:spcBef>
            </a:pPr>
            <a:r>
              <a:rPr dirty="0" sz="2200" b="1">
                <a:latin typeface="Calibri"/>
                <a:cs typeface="Calibri"/>
              </a:rPr>
              <a:t>"Why</a:t>
            </a:r>
            <a:r>
              <a:rPr dirty="0" sz="2200" spc="-3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did</a:t>
            </a:r>
            <a:r>
              <a:rPr dirty="0" sz="2200" spc="-3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this</a:t>
            </a:r>
            <a:r>
              <a:rPr dirty="0" sz="2200" spc="-30" b="1">
                <a:latin typeface="Calibri"/>
                <a:cs typeface="Calibri"/>
              </a:rPr>
              <a:t> </a:t>
            </a:r>
            <a:r>
              <a:rPr dirty="0" sz="2200" spc="-10" b="1">
                <a:latin typeface="Calibri"/>
                <a:cs typeface="Calibri"/>
              </a:rPr>
              <a:t>break?"</a:t>
            </a:r>
            <a:endParaRPr sz="2200">
              <a:latin typeface="Calibri"/>
              <a:cs typeface="Calibri"/>
            </a:endParaRPr>
          </a:p>
          <a:p>
            <a:pPr algn="ctr">
              <a:lnSpc>
                <a:spcPts val="2325"/>
              </a:lnSpc>
            </a:pPr>
            <a:r>
              <a:rPr dirty="0" sz="2200" spc="-50" b="1">
                <a:latin typeface="Calibri"/>
                <a:cs typeface="Calibri"/>
              </a:rPr>
              <a:t>↓</a:t>
            </a:r>
            <a:endParaRPr sz="2200">
              <a:latin typeface="Calibri"/>
              <a:cs typeface="Calibri"/>
            </a:endParaRPr>
          </a:p>
          <a:p>
            <a:pPr algn="ctr">
              <a:lnSpc>
                <a:spcPts val="2485"/>
              </a:lnSpc>
            </a:pPr>
            <a:r>
              <a:rPr dirty="0" sz="2200" b="1">
                <a:latin typeface="Calibri"/>
                <a:cs typeface="Calibri"/>
              </a:rPr>
              <a:t>Uses</a:t>
            </a:r>
            <a:r>
              <a:rPr dirty="0" sz="2200" spc="-5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hovered</a:t>
            </a:r>
            <a:r>
              <a:rPr dirty="0" sz="2200" spc="-4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code</a:t>
            </a:r>
            <a:r>
              <a:rPr dirty="0" sz="2200" spc="-4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+</a:t>
            </a:r>
            <a:r>
              <a:rPr dirty="0" sz="2200" spc="-4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diagnostics</a:t>
            </a:r>
            <a:r>
              <a:rPr dirty="0" sz="2200" spc="-4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+</a:t>
            </a:r>
            <a:r>
              <a:rPr dirty="0" sz="2200" spc="-45" b="1">
                <a:latin typeface="Calibri"/>
                <a:cs typeface="Calibri"/>
              </a:rPr>
              <a:t> </a:t>
            </a:r>
            <a:r>
              <a:rPr dirty="0" sz="2200" spc="-10" b="1">
                <a:latin typeface="Calibri"/>
                <a:cs typeface="Calibri"/>
              </a:rPr>
              <a:t>terminal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536736" y="6369016"/>
            <a:ext cx="5480685" cy="2855595"/>
            <a:chOff x="7536736" y="6369016"/>
            <a:chExt cx="5480685" cy="2855595"/>
          </a:xfrm>
        </p:grpSpPr>
        <p:sp>
          <p:nvSpPr>
            <p:cNvPr id="9" name="object 9"/>
            <p:cNvSpPr/>
            <p:nvPr/>
          </p:nvSpPr>
          <p:spPr>
            <a:xfrm>
              <a:off x="7536736" y="6369016"/>
              <a:ext cx="2272665" cy="2272665"/>
            </a:xfrm>
            <a:custGeom>
              <a:avLst/>
              <a:gdLst/>
              <a:ahLst/>
              <a:cxnLst/>
              <a:rect l="l" t="t" r="r" b="b"/>
              <a:pathLst>
                <a:path w="2272665" h="2272665">
                  <a:moveTo>
                    <a:pt x="1113193" y="0"/>
                  </a:moveTo>
                  <a:lnTo>
                    <a:pt x="2272593" y="0"/>
                  </a:lnTo>
                  <a:lnTo>
                    <a:pt x="2272033" y="49842"/>
                  </a:lnTo>
                  <a:lnTo>
                    <a:pt x="2270359" y="99603"/>
                  </a:lnTo>
                  <a:lnTo>
                    <a:pt x="2267578" y="149265"/>
                  </a:lnTo>
                  <a:lnTo>
                    <a:pt x="2263699" y="198808"/>
                  </a:lnTo>
                  <a:lnTo>
                    <a:pt x="2258730" y="248213"/>
                  </a:lnTo>
                  <a:lnTo>
                    <a:pt x="2252677" y="297461"/>
                  </a:lnTo>
                  <a:lnTo>
                    <a:pt x="2245550" y="346533"/>
                  </a:lnTo>
                  <a:lnTo>
                    <a:pt x="2237356" y="395409"/>
                  </a:lnTo>
                  <a:lnTo>
                    <a:pt x="2228103" y="444071"/>
                  </a:lnTo>
                  <a:lnTo>
                    <a:pt x="2217799" y="492500"/>
                  </a:lnTo>
                  <a:lnTo>
                    <a:pt x="2206453" y="540675"/>
                  </a:lnTo>
                  <a:lnTo>
                    <a:pt x="2194071" y="588579"/>
                  </a:lnTo>
                  <a:lnTo>
                    <a:pt x="2180661" y="636192"/>
                  </a:lnTo>
                  <a:lnTo>
                    <a:pt x="2166233" y="683494"/>
                  </a:lnTo>
                  <a:lnTo>
                    <a:pt x="2150793" y="730467"/>
                  </a:lnTo>
                  <a:lnTo>
                    <a:pt x="2134350" y="777092"/>
                  </a:lnTo>
                  <a:lnTo>
                    <a:pt x="2116911" y="823350"/>
                  </a:lnTo>
                  <a:lnTo>
                    <a:pt x="2098485" y="869220"/>
                  </a:lnTo>
                  <a:lnTo>
                    <a:pt x="2079079" y="914685"/>
                  </a:lnTo>
                  <a:lnTo>
                    <a:pt x="2058701" y="959725"/>
                  </a:lnTo>
                  <a:lnTo>
                    <a:pt x="2037360" y="1004321"/>
                  </a:lnTo>
                  <a:lnTo>
                    <a:pt x="2015062" y="1048454"/>
                  </a:lnTo>
                  <a:lnTo>
                    <a:pt x="1991817" y="1092104"/>
                  </a:lnTo>
                  <a:lnTo>
                    <a:pt x="1967631" y="1135253"/>
                  </a:lnTo>
                  <a:lnTo>
                    <a:pt x="1942514" y="1177882"/>
                  </a:lnTo>
                  <a:lnTo>
                    <a:pt x="1916472" y="1219970"/>
                  </a:lnTo>
                  <a:lnTo>
                    <a:pt x="1889514" y="1261500"/>
                  </a:lnTo>
                  <a:lnTo>
                    <a:pt x="1861647" y="1302452"/>
                  </a:lnTo>
                  <a:lnTo>
                    <a:pt x="1832880" y="1342807"/>
                  </a:lnTo>
                  <a:lnTo>
                    <a:pt x="1803221" y="1382546"/>
                  </a:lnTo>
                  <a:lnTo>
                    <a:pt x="1772677" y="1421649"/>
                  </a:lnTo>
                  <a:lnTo>
                    <a:pt x="1741256" y="1460098"/>
                  </a:lnTo>
                  <a:lnTo>
                    <a:pt x="1708967" y="1497873"/>
                  </a:lnTo>
                  <a:lnTo>
                    <a:pt x="1675817" y="1534956"/>
                  </a:lnTo>
                  <a:lnTo>
                    <a:pt x="1641814" y="1571326"/>
                  </a:lnTo>
                  <a:lnTo>
                    <a:pt x="1606966" y="1606966"/>
                  </a:lnTo>
                  <a:lnTo>
                    <a:pt x="1571326" y="1641814"/>
                  </a:lnTo>
                  <a:lnTo>
                    <a:pt x="1534955" y="1675817"/>
                  </a:lnTo>
                  <a:lnTo>
                    <a:pt x="1497873" y="1708967"/>
                  </a:lnTo>
                  <a:lnTo>
                    <a:pt x="1460098" y="1741257"/>
                  </a:lnTo>
                  <a:lnTo>
                    <a:pt x="1421649" y="1772677"/>
                  </a:lnTo>
                  <a:lnTo>
                    <a:pt x="1382546" y="1803221"/>
                  </a:lnTo>
                  <a:lnTo>
                    <a:pt x="1342807" y="1832881"/>
                  </a:lnTo>
                  <a:lnTo>
                    <a:pt x="1302452" y="1861647"/>
                  </a:lnTo>
                  <a:lnTo>
                    <a:pt x="1261500" y="1889514"/>
                  </a:lnTo>
                  <a:lnTo>
                    <a:pt x="1219970" y="1916472"/>
                  </a:lnTo>
                  <a:lnTo>
                    <a:pt x="1177881" y="1942514"/>
                  </a:lnTo>
                  <a:lnTo>
                    <a:pt x="1135253" y="1967631"/>
                  </a:lnTo>
                  <a:lnTo>
                    <a:pt x="1092104" y="1991817"/>
                  </a:lnTo>
                  <a:lnTo>
                    <a:pt x="1048453" y="2015062"/>
                  </a:lnTo>
                  <a:lnTo>
                    <a:pt x="1004321" y="2037360"/>
                  </a:lnTo>
                  <a:lnTo>
                    <a:pt x="959725" y="2058701"/>
                  </a:lnTo>
                  <a:lnTo>
                    <a:pt x="914685" y="2079079"/>
                  </a:lnTo>
                  <a:lnTo>
                    <a:pt x="869220" y="2098485"/>
                  </a:lnTo>
                  <a:lnTo>
                    <a:pt x="823349" y="2116911"/>
                  </a:lnTo>
                  <a:lnTo>
                    <a:pt x="777092" y="2134350"/>
                  </a:lnTo>
                  <a:lnTo>
                    <a:pt x="730467" y="2150793"/>
                  </a:lnTo>
                  <a:lnTo>
                    <a:pt x="683494" y="2166233"/>
                  </a:lnTo>
                  <a:lnTo>
                    <a:pt x="636191" y="2180662"/>
                  </a:lnTo>
                  <a:lnTo>
                    <a:pt x="588579" y="2194071"/>
                  </a:lnTo>
                  <a:lnTo>
                    <a:pt x="540675" y="2206453"/>
                  </a:lnTo>
                  <a:lnTo>
                    <a:pt x="492499" y="2217800"/>
                  </a:lnTo>
                  <a:lnTo>
                    <a:pt x="444071" y="2228104"/>
                  </a:lnTo>
                  <a:lnTo>
                    <a:pt x="395409" y="2237356"/>
                  </a:lnTo>
                  <a:lnTo>
                    <a:pt x="346533" y="2245550"/>
                  </a:lnTo>
                  <a:lnTo>
                    <a:pt x="297461" y="2252677"/>
                  </a:lnTo>
                  <a:lnTo>
                    <a:pt x="248213" y="2258730"/>
                  </a:lnTo>
                  <a:lnTo>
                    <a:pt x="198808" y="2263700"/>
                  </a:lnTo>
                  <a:lnTo>
                    <a:pt x="149265" y="2267579"/>
                  </a:lnTo>
                  <a:lnTo>
                    <a:pt x="99603" y="2270359"/>
                  </a:lnTo>
                  <a:lnTo>
                    <a:pt x="49842" y="2272033"/>
                  </a:lnTo>
                  <a:lnTo>
                    <a:pt x="0" y="2272593"/>
                  </a:lnTo>
                  <a:lnTo>
                    <a:pt x="0" y="1113193"/>
                  </a:lnTo>
                  <a:lnTo>
                    <a:pt x="48789" y="1112099"/>
                  </a:lnTo>
                  <a:lnTo>
                    <a:pt x="97384" y="1108837"/>
                  </a:lnTo>
                  <a:lnTo>
                    <a:pt x="145707" y="1103438"/>
                  </a:lnTo>
                  <a:lnTo>
                    <a:pt x="193686" y="1095933"/>
                  </a:lnTo>
                  <a:lnTo>
                    <a:pt x="241244" y="1086353"/>
                  </a:lnTo>
                  <a:lnTo>
                    <a:pt x="288307" y="1074730"/>
                  </a:lnTo>
                  <a:lnTo>
                    <a:pt x="334800" y="1061094"/>
                  </a:lnTo>
                  <a:lnTo>
                    <a:pt x="380647" y="1045477"/>
                  </a:lnTo>
                  <a:lnTo>
                    <a:pt x="425774" y="1027909"/>
                  </a:lnTo>
                  <a:lnTo>
                    <a:pt x="470107" y="1008422"/>
                  </a:lnTo>
                  <a:lnTo>
                    <a:pt x="513569" y="987046"/>
                  </a:lnTo>
                  <a:lnTo>
                    <a:pt x="556086" y="963813"/>
                  </a:lnTo>
                  <a:lnTo>
                    <a:pt x="597584" y="938753"/>
                  </a:lnTo>
                  <a:lnTo>
                    <a:pt x="637986" y="911899"/>
                  </a:lnTo>
                  <a:lnTo>
                    <a:pt x="677219" y="883280"/>
                  </a:lnTo>
                  <a:lnTo>
                    <a:pt x="715207" y="852928"/>
                  </a:lnTo>
                  <a:lnTo>
                    <a:pt x="751875" y="820874"/>
                  </a:lnTo>
                  <a:lnTo>
                    <a:pt x="787148" y="787149"/>
                  </a:lnTo>
                  <a:lnTo>
                    <a:pt x="820873" y="751875"/>
                  </a:lnTo>
                  <a:lnTo>
                    <a:pt x="852928" y="715207"/>
                  </a:lnTo>
                  <a:lnTo>
                    <a:pt x="883280" y="677219"/>
                  </a:lnTo>
                  <a:lnTo>
                    <a:pt x="911899" y="637986"/>
                  </a:lnTo>
                  <a:lnTo>
                    <a:pt x="938753" y="597584"/>
                  </a:lnTo>
                  <a:lnTo>
                    <a:pt x="963813" y="556086"/>
                  </a:lnTo>
                  <a:lnTo>
                    <a:pt x="987046" y="513569"/>
                  </a:lnTo>
                  <a:lnTo>
                    <a:pt x="1008422" y="470107"/>
                  </a:lnTo>
                  <a:lnTo>
                    <a:pt x="1027909" y="425774"/>
                  </a:lnTo>
                  <a:lnTo>
                    <a:pt x="1045477" y="380647"/>
                  </a:lnTo>
                  <a:lnTo>
                    <a:pt x="1061094" y="334800"/>
                  </a:lnTo>
                  <a:lnTo>
                    <a:pt x="1074730" y="288307"/>
                  </a:lnTo>
                  <a:lnTo>
                    <a:pt x="1086353" y="241244"/>
                  </a:lnTo>
                  <a:lnTo>
                    <a:pt x="1095933" y="193686"/>
                  </a:lnTo>
                  <a:lnTo>
                    <a:pt x="1103437" y="145707"/>
                  </a:lnTo>
                  <a:lnTo>
                    <a:pt x="1108836" y="97384"/>
                  </a:lnTo>
                  <a:lnTo>
                    <a:pt x="1112099" y="48789"/>
                  </a:lnTo>
                  <a:lnTo>
                    <a:pt x="1113193" y="0"/>
                  </a:lnTo>
                  <a:close/>
                </a:path>
              </a:pathLst>
            </a:custGeom>
            <a:solidFill>
              <a:srgbClr val="6F4E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8661739" y="7577398"/>
              <a:ext cx="4356100" cy="1647189"/>
            </a:xfrm>
            <a:custGeom>
              <a:avLst/>
              <a:gdLst/>
              <a:ahLst/>
              <a:cxnLst/>
              <a:rect l="l" t="t" r="r" b="b"/>
              <a:pathLst>
                <a:path w="4356100" h="1647190">
                  <a:moveTo>
                    <a:pt x="4289486" y="562605"/>
                  </a:moveTo>
                  <a:lnTo>
                    <a:pt x="4330927" y="518629"/>
                  </a:lnTo>
                  <a:lnTo>
                    <a:pt x="4336102" y="531654"/>
                  </a:lnTo>
                  <a:lnTo>
                    <a:pt x="4331881" y="536134"/>
                  </a:lnTo>
                  <a:lnTo>
                    <a:pt x="4336968" y="549253"/>
                  </a:lnTo>
                  <a:lnTo>
                    <a:pt x="4332779" y="553699"/>
                  </a:lnTo>
                  <a:lnTo>
                    <a:pt x="4337834" y="566852"/>
                  </a:lnTo>
                  <a:lnTo>
                    <a:pt x="4315378" y="590683"/>
                  </a:lnTo>
                  <a:lnTo>
                    <a:pt x="4304695" y="583501"/>
                  </a:lnTo>
                  <a:lnTo>
                    <a:pt x="4296091" y="574114"/>
                  </a:lnTo>
                  <a:lnTo>
                    <a:pt x="4289486" y="562605"/>
                  </a:lnTo>
                  <a:close/>
                </a:path>
                <a:path w="4356100" h="1647190">
                  <a:moveTo>
                    <a:pt x="3638214" y="1272243"/>
                  </a:moveTo>
                  <a:lnTo>
                    <a:pt x="3882131" y="1013402"/>
                  </a:lnTo>
                  <a:lnTo>
                    <a:pt x="3854271" y="1061484"/>
                  </a:lnTo>
                  <a:lnTo>
                    <a:pt x="3680534" y="1245851"/>
                  </a:lnTo>
                  <a:lnTo>
                    <a:pt x="3638214" y="1272243"/>
                  </a:lnTo>
                  <a:close/>
                </a:path>
                <a:path w="4356100" h="1647190">
                  <a:moveTo>
                    <a:pt x="4127729" y="530560"/>
                  </a:moveTo>
                  <a:lnTo>
                    <a:pt x="4221157" y="431415"/>
                  </a:lnTo>
                  <a:lnTo>
                    <a:pt x="4176141" y="516221"/>
                  </a:lnTo>
                  <a:lnTo>
                    <a:pt x="4162163" y="568091"/>
                  </a:lnTo>
                  <a:lnTo>
                    <a:pt x="4089181" y="701093"/>
                  </a:lnTo>
                  <a:lnTo>
                    <a:pt x="3982652" y="888213"/>
                  </a:lnTo>
                  <a:lnTo>
                    <a:pt x="3944869" y="928308"/>
                  </a:lnTo>
                  <a:lnTo>
                    <a:pt x="3918453" y="974857"/>
                  </a:lnTo>
                  <a:lnTo>
                    <a:pt x="3573908" y="1340484"/>
                  </a:lnTo>
                  <a:lnTo>
                    <a:pt x="3494364" y="1387858"/>
                  </a:lnTo>
                  <a:lnTo>
                    <a:pt x="3448142" y="1418391"/>
                  </a:lnTo>
                  <a:lnTo>
                    <a:pt x="3858127" y="983321"/>
                  </a:lnTo>
                  <a:lnTo>
                    <a:pt x="3885844" y="935389"/>
                  </a:lnTo>
                  <a:lnTo>
                    <a:pt x="3922029" y="896990"/>
                  </a:lnTo>
                  <a:lnTo>
                    <a:pt x="3973685" y="805138"/>
                  </a:lnTo>
                  <a:lnTo>
                    <a:pt x="4007689" y="769052"/>
                  </a:lnTo>
                  <a:lnTo>
                    <a:pt x="4078006" y="638879"/>
                  </a:lnTo>
                  <a:lnTo>
                    <a:pt x="4121820" y="555349"/>
                  </a:lnTo>
                  <a:lnTo>
                    <a:pt x="4127729" y="530560"/>
                  </a:lnTo>
                  <a:close/>
                </a:path>
                <a:path w="4356100" h="1647190">
                  <a:moveTo>
                    <a:pt x="4248574" y="198621"/>
                  </a:moveTo>
                  <a:lnTo>
                    <a:pt x="4346110" y="95117"/>
                  </a:lnTo>
                  <a:lnTo>
                    <a:pt x="4346566" y="113152"/>
                  </a:lnTo>
                  <a:lnTo>
                    <a:pt x="4346979" y="168267"/>
                  </a:lnTo>
                  <a:lnTo>
                    <a:pt x="4338382" y="214427"/>
                  </a:lnTo>
                  <a:lnTo>
                    <a:pt x="4330452" y="259879"/>
                  </a:lnTo>
                  <a:lnTo>
                    <a:pt x="4335497" y="365633"/>
                  </a:lnTo>
                  <a:lnTo>
                    <a:pt x="4329110" y="409447"/>
                  </a:lnTo>
                  <a:lnTo>
                    <a:pt x="4334618" y="514711"/>
                  </a:lnTo>
                  <a:lnTo>
                    <a:pt x="4292968" y="558910"/>
                  </a:lnTo>
                  <a:lnTo>
                    <a:pt x="4286896" y="546835"/>
                  </a:lnTo>
                  <a:lnTo>
                    <a:pt x="4276946" y="520357"/>
                  </a:lnTo>
                  <a:lnTo>
                    <a:pt x="4270382" y="508805"/>
                  </a:lnTo>
                  <a:lnTo>
                    <a:pt x="4299509" y="477896"/>
                  </a:lnTo>
                  <a:lnTo>
                    <a:pt x="4297603" y="442882"/>
                  </a:lnTo>
                  <a:lnTo>
                    <a:pt x="4296111" y="407429"/>
                  </a:lnTo>
                  <a:lnTo>
                    <a:pt x="4293835" y="335772"/>
                  </a:lnTo>
                  <a:lnTo>
                    <a:pt x="4292879" y="318269"/>
                  </a:lnTo>
                  <a:lnTo>
                    <a:pt x="4290673" y="283573"/>
                  </a:lnTo>
                  <a:lnTo>
                    <a:pt x="4299000" y="274737"/>
                  </a:lnTo>
                  <a:lnTo>
                    <a:pt x="4293973" y="261553"/>
                  </a:lnTo>
                  <a:lnTo>
                    <a:pt x="4298127" y="257145"/>
                  </a:lnTo>
                  <a:lnTo>
                    <a:pt x="4293042" y="244023"/>
                  </a:lnTo>
                  <a:lnTo>
                    <a:pt x="4297271" y="239535"/>
                  </a:lnTo>
                  <a:lnTo>
                    <a:pt x="4292549" y="226028"/>
                  </a:lnTo>
                  <a:lnTo>
                    <a:pt x="4297507" y="220766"/>
                  </a:lnTo>
                  <a:lnTo>
                    <a:pt x="4294436" y="209314"/>
                  </a:lnTo>
                  <a:lnTo>
                    <a:pt x="4295542" y="204334"/>
                  </a:lnTo>
                  <a:lnTo>
                    <a:pt x="4221896" y="282486"/>
                  </a:lnTo>
                  <a:lnTo>
                    <a:pt x="4240090" y="244661"/>
                  </a:lnTo>
                  <a:lnTo>
                    <a:pt x="4248574" y="198621"/>
                  </a:lnTo>
                  <a:close/>
                </a:path>
                <a:path w="4356100" h="1647190">
                  <a:moveTo>
                    <a:pt x="1881359" y="1192188"/>
                  </a:moveTo>
                  <a:lnTo>
                    <a:pt x="1913052" y="1158557"/>
                  </a:lnTo>
                  <a:lnTo>
                    <a:pt x="1945912" y="1197759"/>
                  </a:lnTo>
                  <a:lnTo>
                    <a:pt x="1980399" y="1235234"/>
                  </a:lnTo>
                  <a:lnTo>
                    <a:pt x="2016431" y="1271070"/>
                  </a:lnTo>
                  <a:lnTo>
                    <a:pt x="2053926" y="1305353"/>
                  </a:lnTo>
                  <a:lnTo>
                    <a:pt x="2102044" y="1346882"/>
                  </a:lnTo>
                  <a:lnTo>
                    <a:pt x="2142218" y="1378322"/>
                  </a:lnTo>
                  <a:lnTo>
                    <a:pt x="2174366" y="1399762"/>
                  </a:lnTo>
                  <a:lnTo>
                    <a:pt x="2216890" y="1428708"/>
                  </a:lnTo>
                  <a:lnTo>
                    <a:pt x="2262171" y="1454729"/>
                  </a:lnTo>
                  <a:lnTo>
                    <a:pt x="2318187" y="1487876"/>
                  </a:lnTo>
                  <a:lnTo>
                    <a:pt x="2366395" y="1510791"/>
                  </a:lnTo>
                  <a:lnTo>
                    <a:pt x="2406738" y="1523534"/>
                  </a:lnTo>
                  <a:lnTo>
                    <a:pt x="2457643" y="1543587"/>
                  </a:lnTo>
                  <a:lnTo>
                    <a:pt x="2509811" y="1562299"/>
                  </a:lnTo>
                  <a:lnTo>
                    <a:pt x="2553942" y="1571022"/>
                  </a:lnTo>
                  <a:lnTo>
                    <a:pt x="2599221" y="1578528"/>
                  </a:lnTo>
                  <a:lnTo>
                    <a:pt x="2645591" y="1584875"/>
                  </a:lnTo>
                  <a:lnTo>
                    <a:pt x="2692994" y="1590126"/>
                  </a:lnTo>
                  <a:lnTo>
                    <a:pt x="2741185" y="1594541"/>
                  </a:lnTo>
                  <a:lnTo>
                    <a:pt x="2790762" y="1597485"/>
                  </a:lnTo>
                  <a:lnTo>
                    <a:pt x="2841646" y="1599042"/>
                  </a:lnTo>
                  <a:lnTo>
                    <a:pt x="2884517" y="1590584"/>
                  </a:lnTo>
                  <a:lnTo>
                    <a:pt x="2937780" y="1589617"/>
                  </a:lnTo>
                  <a:lnTo>
                    <a:pt x="2982871" y="1578803"/>
                  </a:lnTo>
                  <a:lnTo>
                    <a:pt x="3028955" y="1566935"/>
                  </a:lnTo>
                  <a:lnTo>
                    <a:pt x="3075953" y="1554098"/>
                  </a:lnTo>
                  <a:lnTo>
                    <a:pt x="3123785" y="1540375"/>
                  </a:lnTo>
                  <a:lnTo>
                    <a:pt x="3172374" y="1525850"/>
                  </a:lnTo>
                  <a:lnTo>
                    <a:pt x="3211482" y="1502867"/>
                  </a:lnTo>
                  <a:lnTo>
                    <a:pt x="3261102" y="1487247"/>
                  </a:lnTo>
                  <a:lnTo>
                    <a:pt x="3302682" y="1461641"/>
                  </a:lnTo>
                  <a:lnTo>
                    <a:pt x="3389178" y="1406889"/>
                  </a:lnTo>
                  <a:lnTo>
                    <a:pt x="3479670" y="1347897"/>
                  </a:lnTo>
                  <a:lnTo>
                    <a:pt x="3521950" y="1321548"/>
                  </a:lnTo>
                  <a:lnTo>
                    <a:pt x="3555731" y="1285700"/>
                  </a:lnTo>
                  <a:lnTo>
                    <a:pt x="3599471" y="1257802"/>
                  </a:lnTo>
                  <a:lnTo>
                    <a:pt x="3448142" y="1418391"/>
                  </a:lnTo>
                  <a:lnTo>
                    <a:pt x="3358731" y="1476236"/>
                  </a:lnTo>
                  <a:lnTo>
                    <a:pt x="3273356" y="1529799"/>
                  </a:lnTo>
                  <a:lnTo>
                    <a:pt x="3222935" y="1546268"/>
                  </a:lnTo>
                  <a:lnTo>
                    <a:pt x="3182762" y="1570381"/>
                  </a:lnTo>
                  <a:lnTo>
                    <a:pt x="3134350" y="1584719"/>
                  </a:lnTo>
                  <a:lnTo>
                    <a:pt x="3086939" y="1597994"/>
                  </a:lnTo>
                  <a:lnTo>
                    <a:pt x="3040529" y="1610207"/>
                  </a:lnTo>
                  <a:lnTo>
                    <a:pt x="2995119" y="1621360"/>
                  </a:lnTo>
                  <a:lnTo>
                    <a:pt x="2950706" y="1631454"/>
                  </a:lnTo>
                  <a:lnTo>
                    <a:pt x="2907289" y="1640491"/>
                  </a:lnTo>
                  <a:lnTo>
                    <a:pt x="2855625" y="1639762"/>
                  </a:lnTo>
                  <a:lnTo>
                    <a:pt x="2814197" y="1646689"/>
                  </a:lnTo>
                  <a:lnTo>
                    <a:pt x="2764518" y="1643852"/>
                  </a:lnTo>
                  <a:lnTo>
                    <a:pt x="2715223" y="1640610"/>
                  </a:lnTo>
                  <a:lnTo>
                    <a:pt x="2666931" y="1636302"/>
                  </a:lnTo>
                  <a:lnTo>
                    <a:pt x="2619689" y="1630880"/>
                  </a:lnTo>
                  <a:lnTo>
                    <a:pt x="2573543" y="1624295"/>
                  </a:lnTo>
                  <a:lnTo>
                    <a:pt x="2519295" y="1607789"/>
                  </a:lnTo>
                  <a:lnTo>
                    <a:pt x="2475478" y="1598733"/>
                  </a:lnTo>
                  <a:lnTo>
                    <a:pt x="2423651" y="1579659"/>
                  </a:lnTo>
                  <a:lnTo>
                    <a:pt x="2373103" y="1559227"/>
                  </a:lnTo>
                  <a:lnTo>
                    <a:pt x="2323880" y="1537389"/>
                  </a:lnTo>
                  <a:lnTo>
                    <a:pt x="2276028" y="1514096"/>
                  </a:lnTo>
                  <a:lnTo>
                    <a:pt x="2229593" y="1489300"/>
                  </a:lnTo>
                  <a:lnTo>
                    <a:pt x="2184620" y="1462953"/>
                  </a:lnTo>
                  <a:lnTo>
                    <a:pt x="2142777" y="1433283"/>
                  </a:lnTo>
                  <a:lnTo>
                    <a:pt x="2111164" y="1411276"/>
                  </a:lnTo>
                  <a:lnTo>
                    <a:pt x="2071331" y="1379474"/>
                  </a:lnTo>
                  <a:lnTo>
                    <a:pt x="2032557" y="1346548"/>
                  </a:lnTo>
                  <a:lnTo>
                    <a:pt x="1994879" y="1312459"/>
                  </a:lnTo>
                  <a:lnTo>
                    <a:pt x="1967576" y="1285878"/>
                  </a:lnTo>
                  <a:lnTo>
                    <a:pt x="1932198" y="1249347"/>
                  </a:lnTo>
                  <a:lnTo>
                    <a:pt x="1898026" y="1211538"/>
                  </a:lnTo>
                  <a:lnTo>
                    <a:pt x="1889256" y="1202327"/>
                  </a:lnTo>
                  <a:lnTo>
                    <a:pt x="1881359" y="1192188"/>
                  </a:lnTo>
                  <a:close/>
                </a:path>
                <a:path w="4356100" h="1647190">
                  <a:moveTo>
                    <a:pt x="4221896" y="282486"/>
                  </a:moveTo>
                  <a:lnTo>
                    <a:pt x="4293641" y="206351"/>
                  </a:lnTo>
                  <a:lnTo>
                    <a:pt x="4294436" y="209314"/>
                  </a:lnTo>
                  <a:lnTo>
                    <a:pt x="4284784" y="252786"/>
                  </a:lnTo>
                  <a:lnTo>
                    <a:pt x="4264501" y="292828"/>
                  </a:lnTo>
                  <a:lnTo>
                    <a:pt x="4253211" y="341845"/>
                  </a:lnTo>
                  <a:lnTo>
                    <a:pt x="4232462" y="382383"/>
                  </a:lnTo>
                  <a:lnTo>
                    <a:pt x="4246958" y="404036"/>
                  </a:lnTo>
                  <a:lnTo>
                    <a:pt x="4270795" y="434294"/>
                  </a:lnTo>
                  <a:lnTo>
                    <a:pt x="4284985" y="456272"/>
                  </a:lnTo>
                  <a:lnTo>
                    <a:pt x="4298267" y="479214"/>
                  </a:lnTo>
                  <a:lnTo>
                    <a:pt x="4270382" y="508805"/>
                  </a:lnTo>
                  <a:lnTo>
                    <a:pt x="4257253" y="485701"/>
                  </a:lnTo>
                  <a:lnTo>
                    <a:pt x="4235946" y="452757"/>
                  </a:lnTo>
                  <a:lnTo>
                    <a:pt x="4221157" y="431415"/>
                  </a:lnTo>
                  <a:lnTo>
                    <a:pt x="4127729" y="530560"/>
                  </a:lnTo>
                  <a:lnTo>
                    <a:pt x="4133638" y="505771"/>
                  </a:lnTo>
                  <a:lnTo>
                    <a:pt x="4174190" y="425701"/>
                  </a:lnTo>
                  <a:lnTo>
                    <a:pt x="4149784" y="433082"/>
                  </a:lnTo>
                  <a:lnTo>
                    <a:pt x="4134530" y="449270"/>
                  </a:lnTo>
                  <a:lnTo>
                    <a:pt x="4110190" y="456580"/>
                  </a:lnTo>
                  <a:lnTo>
                    <a:pt x="4193561" y="368109"/>
                  </a:lnTo>
                  <a:lnTo>
                    <a:pt x="4212531" y="329460"/>
                  </a:lnTo>
                  <a:lnTo>
                    <a:pt x="4221896" y="282486"/>
                  </a:lnTo>
                  <a:close/>
                </a:path>
                <a:path w="4356100" h="1647190">
                  <a:moveTo>
                    <a:pt x="4062929" y="469697"/>
                  </a:moveTo>
                  <a:lnTo>
                    <a:pt x="4129568" y="398981"/>
                  </a:lnTo>
                  <a:lnTo>
                    <a:pt x="4152666" y="392988"/>
                  </a:lnTo>
                  <a:lnTo>
                    <a:pt x="4169373" y="375258"/>
                  </a:lnTo>
                  <a:lnTo>
                    <a:pt x="4186624" y="375470"/>
                  </a:lnTo>
                  <a:lnTo>
                    <a:pt x="4110190" y="456580"/>
                  </a:lnTo>
                  <a:lnTo>
                    <a:pt x="4086260" y="463457"/>
                  </a:lnTo>
                  <a:lnTo>
                    <a:pt x="4062929" y="469697"/>
                  </a:lnTo>
                  <a:close/>
                </a:path>
                <a:path w="4356100" h="1647190">
                  <a:moveTo>
                    <a:pt x="3985050" y="459750"/>
                  </a:moveTo>
                  <a:lnTo>
                    <a:pt x="4350719" y="71709"/>
                  </a:lnTo>
                  <a:lnTo>
                    <a:pt x="4355322" y="85342"/>
                  </a:lnTo>
                  <a:lnTo>
                    <a:pt x="4248574" y="198621"/>
                  </a:lnTo>
                  <a:lnTo>
                    <a:pt x="4225654" y="241462"/>
                  </a:lnTo>
                  <a:lnTo>
                    <a:pt x="4158937" y="312261"/>
                  </a:lnTo>
                  <a:lnTo>
                    <a:pt x="4133560" y="357709"/>
                  </a:lnTo>
                  <a:lnTo>
                    <a:pt x="4067730" y="427567"/>
                  </a:lnTo>
                  <a:lnTo>
                    <a:pt x="4080187" y="432865"/>
                  </a:lnTo>
                  <a:lnTo>
                    <a:pt x="4093259" y="418993"/>
                  </a:lnTo>
                  <a:lnTo>
                    <a:pt x="4115905" y="413480"/>
                  </a:lnTo>
                  <a:lnTo>
                    <a:pt x="4049613" y="483828"/>
                  </a:lnTo>
                  <a:lnTo>
                    <a:pt x="4028655" y="487550"/>
                  </a:lnTo>
                  <a:lnTo>
                    <a:pt x="4000882" y="479987"/>
                  </a:lnTo>
                  <a:lnTo>
                    <a:pt x="3991798" y="471108"/>
                  </a:lnTo>
                  <a:lnTo>
                    <a:pt x="3985050" y="459750"/>
                  </a:lnTo>
                  <a:close/>
                </a:path>
                <a:path w="4356100" h="1647190">
                  <a:moveTo>
                    <a:pt x="4109106" y="309586"/>
                  </a:moveTo>
                  <a:lnTo>
                    <a:pt x="4350551" y="53369"/>
                  </a:lnTo>
                  <a:lnTo>
                    <a:pt x="4355522" y="66611"/>
                  </a:lnTo>
                  <a:lnTo>
                    <a:pt x="4082549" y="356286"/>
                  </a:lnTo>
                  <a:lnTo>
                    <a:pt x="4109106" y="309586"/>
                  </a:lnTo>
                  <a:close/>
                </a:path>
                <a:path w="4356100" h="1647190">
                  <a:moveTo>
                    <a:pt x="4010584" y="414136"/>
                  </a:moveTo>
                  <a:lnTo>
                    <a:pt x="4032625" y="409264"/>
                  </a:lnTo>
                  <a:lnTo>
                    <a:pt x="4007862" y="435543"/>
                  </a:lnTo>
                  <a:lnTo>
                    <a:pt x="4010584" y="414136"/>
                  </a:lnTo>
                  <a:close/>
                </a:path>
                <a:path w="4356100" h="1647190">
                  <a:moveTo>
                    <a:pt x="4203374" y="191033"/>
                  </a:moveTo>
                  <a:lnTo>
                    <a:pt x="4345600" y="40104"/>
                  </a:lnTo>
                  <a:lnTo>
                    <a:pt x="4353592" y="50141"/>
                  </a:lnTo>
                  <a:lnTo>
                    <a:pt x="4179198" y="235205"/>
                  </a:lnTo>
                  <a:lnTo>
                    <a:pt x="4203374" y="191033"/>
                  </a:lnTo>
                  <a:close/>
                </a:path>
                <a:path w="4356100" h="1647190">
                  <a:moveTo>
                    <a:pt x="4279318" y="73405"/>
                  </a:moveTo>
                  <a:lnTo>
                    <a:pt x="4318728" y="31585"/>
                  </a:lnTo>
                  <a:lnTo>
                    <a:pt x="4335728" y="32062"/>
                  </a:lnTo>
                  <a:lnTo>
                    <a:pt x="4337062" y="30647"/>
                  </a:lnTo>
                  <a:lnTo>
                    <a:pt x="4346477" y="39173"/>
                  </a:lnTo>
                  <a:lnTo>
                    <a:pt x="4234906" y="157571"/>
                  </a:lnTo>
                  <a:lnTo>
                    <a:pt x="4279318" y="73405"/>
                  </a:lnTo>
                  <a:close/>
                </a:path>
                <a:path w="4356100" h="1647190">
                  <a:moveTo>
                    <a:pt x="1686562" y="176708"/>
                  </a:moveTo>
                  <a:lnTo>
                    <a:pt x="1764154" y="94369"/>
                  </a:lnTo>
                  <a:lnTo>
                    <a:pt x="1807735" y="66639"/>
                  </a:lnTo>
                  <a:lnTo>
                    <a:pt x="1848433" y="41969"/>
                  </a:lnTo>
                  <a:lnTo>
                    <a:pt x="1895732" y="28813"/>
                  </a:lnTo>
                  <a:lnTo>
                    <a:pt x="1931384" y="9497"/>
                  </a:lnTo>
                  <a:lnTo>
                    <a:pt x="1974163" y="1137"/>
                  </a:lnTo>
                  <a:lnTo>
                    <a:pt x="2023995" y="3811"/>
                  </a:lnTo>
                  <a:lnTo>
                    <a:pt x="2062487" y="0"/>
                  </a:lnTo>
                  <a:lnTo>
                    <a:pt x="2108217" y="7026"/>
                  </a:lnTo>
                  <a:lnTo>
                    <a:pt x="2151964" y="16156"/>
                  </a:lnTo>
                  <a:lnTo>
                    <a:pt x="2202302" y="36812"/>
                  </a:lnTo>
                  <a:lnTo>
                    <a:pt x="2240340" y="52000"/>
                  </a:lnTo>
                  <a:lnTo>
                    <a:pt x="2284161" y="79570"/>
                  </a:lnTo>
                  <a:lnTo>
                    <a:pt x="2332852" y="120491"/>
                  </a:lnTo>
                  <a:lnTo>
                    <a:pt x="2367052" y="158271"/>
                  </a:lnTo>
                  <a:lnTo>
                    <a:pt x="2396745" y="200834"/>
                  </a:lnTo>
                  <a:lnTo>
                    <a:pt x="2422671" y="247394"/>
                  </a:lnTo>
                  <a:lnTo>
                    <a:pt x="2444359" y="298452"/>
                  </a:lnTo>
                  <a:lnTo>
                    <a:pt x="2453818" y="343968"/>
                  </a:lnTo>
                  <a:lnTo>
                    <a:pt x="2460599" y="392326"/>
                  </a:lnTo>
                  <a:lnTo>
                    <a:pt x="2465013" y="443197"/>
                  </a:lnTo>
                  <a:lnTo>
                    <a:pt x="2467367" y="496253"/>
                  </a:lnTo>
                  <a:lnTo>
                    <a:pt x="2458728" y="542456"/>
                  </a:lnTo>
                  <a:lnTo>
                    <a:pt x="2448648" y="590189"/>
                  </a:lnTo>
                  <a:lnTo>
                    <a:pt x="2439500" y="636934"/>
                  </a:lnTo>
                  <a:lnTo>
                    <a:pt x="2428652" y="685482"/>
                  </a:lnTo>
                  <a:lnTo>
                    <a:pt x="2406827" y="727160"/>
                  </a:lnTo>
                  <a:lnTo>
                    <a:pt x="2383234" y="770714"/>
                  </a:lnTo>
                  <a:lnTo>
                    <a:pt x="2357839" y="816182"/>
                  </a:lnTo>
                  <a:lnTo>
                    <a:pt x="2330606" y="863600"/>
                  </a:lnTo>
                  <a:lnTo>
                    <a:pt x="2213517" y="987852"/>
                  </a:lnTo>
                  <a:lnTo>
                    <a:pt x="2167310" y="1018368"/>
                  </a:lnTo>
                  <a:lnTo>
                    <a:pt x="2122676" y="1047215"/>
                  </a:lnTo>
                  <a:lnTo>
                    <a:pt x="2079667" y="1074337"/>
                  </a:lnTo>
                  <a:lnTo>
                    <a:pt x="2038559" y="1099443"/>
                  </a:lnTo>
                  <a:lnTo>
                    <a:pt x="2291263" y="831277"/>
                  </a:lnTo>
                  <a:lnTo>
                    <a:pt x="2321056" y="781143"/>
                  </a:lnTo>
                  <a:lnTo>
                    <a:pt x="2348095" y="733931"/>
                  </a:lnTo>
                  <a:lnTo>
                    <a:pt x="2372694" y="689310"/>
                  </a:lnTo>
                  <a:lnTo>
                    <a:pt x="2395164" y="646946"/>
                  </a:lnTo>
                  <a:lnTo>
                    <a:pt x="2406578" y="597798"/>
                  </a:lnTo>
                  <a:lnTo>
                    <a:pt x="2416014" y="550748"/>
                  </a:lnTo>
                  <a:lnTo>
                    <a:pt x="2423728" y="505526"/>
                  </a:lnTo>
                  <a:lnTo>
                    <a:pt x="2420249" y="453663"/>
                  </a:lnTo>
                  <a:lnTo>
                    <a:pt x="2414595" y="404109"/>
                  </a:lnTo>
                  <a:lnTo>
                    <a:pt x="2415781" y="365814"/>
                  </a:lnTo>
                  <a:lnTo>
                    <a:pt x="2405095" y="321599"/>
                  </a:lnTo>
                  <a:lnTo>
                    <a:pt x="2388989" y="283136"/>
                  </a:lnTo>
                  <a:lnTo>
                    <a:pt x="2370898" y="246780"/>
                  </a:lnTo>
                  <a:lnTo>
                    <a:pt x="2350555" y="212814"/>
                  </a:lnTo>
                  <a:lnTo>
                    <a:pt x="2327693" y="181519"/>
                  </a:lnTo>
                  <a:lnTo>
                    <a:pt x="2292580" y="144709"/>
                  </a:lnTo>
                  <a:lnTo>
                    <a:pt x="2262951" y="120596"/>
                  </a:lnTo>
                  <a:lnTo>
                    <a:pt x="2229930" y="100083"/>
                  </a:lnTo>
                  <a:lnTo>
                    <a:pt x="2184642" y="74069"/>
                  </a:lnTo>
                  <a:lnTo>
                    <a:pt x="2143467" y="62209"/>
                  </a:lnTo>
                  <a:lnTo>
                    <a:pt x="2098590" y="54278"/>
                  </a:lnTo>
                  <a:lnTo>
                    <a:pt x="2050522" y="49733"/>
                  </a:lnTo>
                  <a:lnTo>
                    <a:pt x="1999774" y="48031"/>
                  </a:lnTo>
                  <a:lnTo>
                    <a:pt x="1956101" y="57340"/>
                  </a:lnTo>
                  <a:lnTo>
                    <a:pt x="1910772" y="68407"/>
                  </a:lnTo>
                  <a:lnTo>
                    <a:pt x="1869081" y="75612"/>
                  </a:lnTo>
                  <a:lnTo>
                    <a:pt x="1835154" y="93097"/>
                  </a:lnTo>
                  <a:lnTo>
                    <a:pt x="1808504" y="121378"/>
                  </a:lnTo>
                  <a:lnTo>
                    <a:pt x="1770157" y="143553"/>
                  </a:lnTo>
                  <a:lnTo>
                    <a:pt x="1615611" y="307554"/>
                  </a:lnTo>
                  <a:lnTo>
                    <a:pt x="1636401" y="266974"/>
                  </a:lnTo>
                  <a:lnTo>
                    <a:pt x="1660176" y="223227"/>
                  </a:lnTo>
                  <a:lnTo>
                    <a:pt x="1686562" y="176708"/>
                  </a:lnTo>
                  <a:close/>
                </a:path>
                <a:path w="4356100" h="1647190">
                  <a:moveTo>
                    <a:pt x="1615611" y="307554"/>
                  </a:moveTo>
                  <a:lnTo>
                    <a:pt x="1738852" y="176773"/>
                  </a:lnTo>
                  <a:lnTo>
                    <a:pt x="1718060" y="217355"/>
                  </a:lnTo>
                  <a:lnTo>
                    <a:pt x="1689682" y="247469"/>
                  </a:lnTo>
                  <a:lnTo>
                    <a:pt x="1672590" y="284125"/>
                  </a:lnTo>
                  <a:lnTo>
                    <a:pt x="1660289" y="334216"/>
                  </a:lnTo>
                  <a:lnTo>
                    <a:pt x="1650143" y="382018"/>
                  </a:lnTo>
                  <a:lnTo>
                    <a:pt x="1642077" y="427614"/>
                  </a:lnTo>
                  <a:lnTo>
                    <a:pt x="1636014" y="471084"/>
                  </a:lnTo>
                  <a:lnTo>
                    <a:pt x="1641118" y="521222"/>
                  </a:lnTo>
                  <a:lnTo>
                    <a:pt x="1648071" y="569398"/>
                  </a:lnTo>
                  <a:lnTo>
                    <a:pt x="1646468" y="608136"/>
                  </a:lnTo>
                  <a:lnTo>
                    <a:pt x="1655311" y="654306"/>
                  </a:lnTo>
                  <a:lnTo>
                    <a:pt x="1674586" y="707924"/>
                  </a:lnTo>
                  <a:lnTo>
                    <a:pt x="1685796" y="751583"/>
                  </a:lnTo>
                  <a:lnTo>
                    <a:pt x="1698171" y="794005"/>
                  </a:lnTo>
                  <a:lnTo>
                    <a:pt x="1720940" y="843915"/>
                  </a:lnTo>
                  <a:lnTo>
                    <a:pt x="1744849" y="892616"/>
                  </a:lnTo>
                  <a:lnTo>
                    <a:pt x="1760642" y="931411"/>
                  </a:lnTo>
                  <a:lnTo>
                    <a:pt x="1786793" y="977733"/>
                  </a:lnTo>
                  <a:lnTo>
                    <a:pt x="1814045" y="1022886"/>
                  </a:lnTo>
                  <a:lnTo>
                    <a:pt x="1842385" y="1066884"/>
                  </a:lnTo>
                  <a:lnTo>
                    <a:pt x="1881046" y="1118449"/>
                  </a:lnTo>
                  <a:lnTo>
                    <a:pt x="1929349" y="1104226"/>
                  </a:lnTo>
                  <a:lnTo>
                    <a:pt x="1970165" y="1079431"/>
                  </a:lnTo>
                  <a:lnTo>
                    <a:pt x="2022111" y="1061343"/>
                  </a:lnTo>
                  <a:lnTo>
                    <a:pt x="2066833" y="1032402"/>
                  </a:lnTo>
                  <a:lnTo>
                    <a:pt x="2104974" y="1010446"/>
                  </a:lnTo>
                  <a:lnTo>
                    <a:pt x="2145741" y="985702"/>
                  </a:lnTo>
                  <a:lnTo>
                    <a:pt x="2038559" y="1099443"/>
                  </a:lnTo>
                  <a:lnTo>
                    <a:pt x="1998690" y="1123233"/>
                  </a:lnTo>
                  <a:lnTo>
                    <a:pt x="1950724" y="1137098"/>
                  </a:lnTo>
                  <a:lnTo>
                    <a:pt x="1913052" y="1158557"/>
                  </a:lnTo>
                  <a:lnTo>
                    <a:pt x="1882024" y="1191483"/>
                  </a:lnTo>
                  <a:lnTo>
                    <a:pt x="1873450" y="1182063"/>
                  </a:lnTo>
                  <a:lnTo>
                    <a:pt x="1874271" y="1181193"/>
                  </a:lnTo>
                  <a:lnTo>
                    <a:pt x="1865569" y="1171909"/>
                  </a:lnTo>
                  <a:lnTo>
                    <a:pt x="1863121" y="1174507"/>
                  </a:lnTo>
                  <a:lnTo>
                    <a:pt x="1849329" y="1170624"/>
                  </a:lnTo>
                  <a:lnTo>
                    <a:pt x="1829537" y="1173109"/>
                  </a:lnTo>
                  <a:lnTo>
                    <a:pt x="1781407" y="1187147"/>
                  </a:lnTo>
                  <a:lnTo>
                    <a:pt x="1834013" y="1131322"/>
                  </a:lnTo>
                  <a:lnTo>
                    <a:pt x="1804906" y="1088138"/>
                  </a:lnTo>
                  <a:lnTo>
                    <a:pt x="1767762" y="1034964"/>
                  </a:lnTo>
                  <a:lnTo>
                    <a:pt x="1741054" y="989234"/>
                  </a:lnTo>
                  <a:lnTo>
                    <a:pt x="1715527" y="942250"/>
                  </a:lnTo>
                  <a:lnTo>
                    <a:pt x="1691170" y="894025"/>
                  </a:lnTo>
                  <a:lnTo>
                    <a:pt x="1677212" y="853283"/>
                  </a:lnTo>
                  <a:lnTo>
                    <a:pt x="1655156" y="802615"/>
                  </a:lnTo>
                  <a:lnTo>
                    <a:pt x="1643476" y="759456"/>
                  </a:lnTo>
                  <a:lnTo>
                    <a:pt x="1623674" y="706397"/>
                  </a:lnTo>
                  <a:lnTo>
                    <a:pt x="1614223" y="660872"/>
                  </a:lnTo>
                  <a:lnTo>
                    <a:pt x="1605868" y="614183"/>
                  </a:lnTo>
                  <a:lnTo>
                    <a:pt x="1600640" y="564177"/>
                  </a:lnTo>
                  <a:lnTo>
                    <a:pt x="1596987" y="512499"/>
                  </a:lnTo>
                  <a:lnTo>
                    <a:pt x="1595179" y="458864"/>
                  </a:lnTo>
                  <a:lnTo>
                    <a:pt x="1595486" y="402983"/>
                  </a:lnTo>
                  <a:lnTo>
                    <a:pt x="1607424" y="353279"/>
                  </a:lnTo>
                  <a:lnTo>
                    <a:pt x="1615611" y="307554"/>
                  </a:lnTo>
                  <a:close/>
                </a:path>
                <a:path w="4356100" h="1647190">
                  <a:moveTo>
                    <a:pt x="8557" y="364823"/>
                  </a:moveTo>
                  <a:lnTo>
                    <a:pt x="33498" y="338356"/>
                  </a:lnTo>
                  <a:lnTo>
                    <a:pt x="41261" y="348636"/>
                  </a:lnTo>
                  <a:lnTo>
                    <a:pt x="48760" y="359197"/>
                  </a:lnTo>
                  <a:lnTo>
                    <a:pt x="69079" y="393189"/>
                  </a:lnTo>
                  <a:lnTo>
                    <a:pt x="100325" y="434104"/>
                  </a:lnTo>
                  <a:lnTo>
                    <a:pt x="133042" y="473457"/>
                  </a:lnTo>
                  <a:lnTo>
                    <a:pt x="167016" y="511477"/>
                  </a:lnTo>
                  <a:lnTo>
                    <a:pt x="211275" y="557101"/>
                  </a:lnTo>
                  <a:lnTo>
                    <a:pt x="247207" y="593043"/>
                  </a:lnTo>
                  <a:lnTo>
                    <a:pt x="284081" y="627985"/>
                  </a:lnTo>
                  <a:lnTo>
                    <a:pt x="321752" y="662082"/>
                  </a:lnTo>
                  <a:lnTo>
                    <a:pt x="369314" y="704200"/>
                  </a:lnTo>
                  <a:lnTo>
                    <a:pt x="408136" y="737076"/>
                  </a:lnTo>
                  <a:lnTo>
                    <a:pt x="438071" y="760864"/>
                  </a:lnTo>
                  <a:lnTo>
                    <a:pt x="487450" y="801054"/>
                  </a:lnTo>
                  <a:lnTo>
                    <a:pt x="528451" y="831617"/>
                  </a:lnTo>
                  <a:lnTo>
                    <a:pt x="570276" y="861305"/>
                  </a:lnTo>
                  <a:lnTo>
                    <a:pt x="612885" y="890162"/>
                  </a:lnTo>
                  <a:lnTo>
                    <a:pt x="656237" y="918229"/>
                  </a:lnTo>
                  <a:lnTo>
                    <a:pt x="700293" y="945550"/>
                  </a:lnTo>
                  <a:lnTo>
                    <a:pt x="745011" y="972168"/>
                  </a:lnTo>
                  <a:lnTo>
                    <a:pt x="781110" y="989416"/>
                  </a:lnTo>
                  <a:lnTo>
                    <a:pt x="827033" y="1014755"/>
                  </a:lnTo>
                  <a:lnTo>
                    <a:pt x="864255" y="1030810"/>
                  </a:lnTo>
                  <a:lnTo>
                    <a:pt x="911222" y="1055042"/>
                  </a:lnTo>
                  <a:lnTo>
                    <a:pt x="960219" y="1077119"/>
                  </a:lnTo>
                  <a:lnTo>
                    <a:pt x="1000909" y="1089494"/>
                  </a:lnTo>
                  <a:lnTo>
                    <a:pt x="1051742" y="1109624"/>
                  </a:lnTo>
                  <a:lnTo>
                    <a:pt x="1094199" y="1120123"/>
                  </a:lnTo>
                  <a:lnTo>
                    <a:pt x="1146732" y="1138448"/>
                  </a:lnTo>
                  <a:lnTo>
                    <a:pt x="1190821" y="1147216"/>
                  </a:lnTo>
                  <a:lnTo>
                    <a:pt x="1235676" y="1155171"/>
                  </a:lnTo>
                  <a:lnTo>
                    <a:pt x="1281262" y="1162351"/>
                  </a:lnTo>
                  <a:lnTo>
                    <a:pt x="1327545" y="1168790"/>
                  </a:lnTo>
                  <a:lnTo>
                    <a:pt x="1374492" y="1174524"/>
                  </a:lnTo>
                  <a:lnTo>
                    <a:pt x="1424771" y="1176723"/>
                  </a:lnTo>
                  <a:lnTo>
                    <a:pt x="1475868" y="1178054"/>
                  </a:lnTo>
                  <a:lnTo>
                    <a:pt x="1527846" y="1178451"/>
                  </a:lnTo>
                  <a:lnTo>
                    <a:pt x="1580767" y="1177846"/>
                  </a:lnTo>
                  <a:lnTo>
                    <a:pt x="1625453" y="1167462"/>
                  </a:lnTo>
                  <a:lnTo>
                    <a:pt x="1680452" y="1164653"/>
                  </a:lnTo>
                  <a:lnTo>
                    <a:pt x="1727341" y="1151931"/>
                  </a:lnTo>
                  <a:lnTo>
                    <a:pt x="1784669" y="1146650"/>
                  </a:lnTo>
                  <a:lnTo>
                    <a:pt x="1834013" y="1131322"/>
                  </a:lnTo>
                  <a:lnTo>
                    <a:pt x="1781407" y="1187147"/>
                  </a:lnTo>
                  <a:lnTo>
                    <a:pt x="1734200" y="1200207"/>
                  </a:lnTo>
                  <a:lnTo>
                    <a:pt x="1687925" y="1212277"/>
                  </a:lnTo>
                  <a:lnTo>
                    <a:pt x="1633350" y="1214637"/>
                  </a:lnTo>
                  <a:lnTo>
                    <a:pt x="1588971" y="1224695"/>
                  </a:lnTo>
                  <a:lnTo>
                    <a:pt x="1536312" y="1225021"/>
                  </a:lnTo>
                  <a:lnTo>
                    <a:pt x="1484627" y="1224314"/>
                  </a:lnTo>
                  <a:lnTo>
                    <a:pt x="1433927" y="1222562"/>
                  </a:lnTo>
                  <a:lnTo>
                    <a:pt x="1384221" y="1219754"/>
                  </a:lnTo>
                  <a:lnTo>
                    <a:pt x="1336392" y="1214956"/>
                  </a:lnTo>
                  <a:lnTo>
                    <a:pt x="1289169" y="1209514"/>
                  </a:lnTo>
                  <a:lnTo>
                    <a:pt x="1242610" y="1203367"/>
                  </a:lnTo>
                  <a:lnTo>
                    <a:pt x="1196771" y="1196456"/>
                  </a:lnTo>
                  <a:lnTo>
                    <a:pt x="1142465" y="1180012"/>
                  </a:lnTo>
                  <a:lnTo>
                    <a:pt x="1098234" y="1171396"/>
                  </a:lnTo>
                  <a:lnTo>
                    <a:pt x="1045648" y="1153127"/>
                  </a:lnTo>
                  <a:lnTo>
                    <a:pt x="994005" y="1133856"/>
                  </a:lnTo>
                  <a:lnTo>
                    <a:pt x="952606" y="1122234"/>
                  </a:lnTo>
                  <a:lnTo>
                    <a:pt x="903020" y="1100782"/>
                  </a:lnTo>
                  <a:lnTo>
                    <a:pt x="855378" y="1077266"/>
                  </a:lnTo>
                  <a:lnTo>
                    <a:pt x="808369" y="1053079"/>
                  </a:lnTo>
                  <a:lnTo>
                    <a:pt x="771251" y="1036914"/>
                  </a:lnTo>
                  <a:lnTo>
                    <a:pt x="725553" y="1011336"/>
                  </a:lnTo>
                  <a:lnTo>
                    <a:pt x="680533" y="985037"/>
                  </a:lnTo>
                  <a:lnTo>
                    <a:pt x="636208" y="958002"/>
                  </a:lnTo>
                  <a:lnTo>
                    <a:pt x="592592" y="930215"/>
                  </a:lnTo>
                  <a:lnTo>
                    <a:pt x="549700" y="901658"/>
                  </a:lnTo>
                  <a:lnTo>
                    <a:pt x="498305" y="863607"/>
                  </a:lnTo>
                  <a:lnTo>
                    <a:pt x="456907" y="833465"/>
                  </a:lnTo>
                  <a:lnTo>
                    <a:pt x="416280" y="802506"/>
                  </a:lnTo>
                  <a:lnTo>
                    <a:pt x="377071" y="770042"/>
                  </a:lnTo>
                  <a:lnTo>
                    <a:pt x="338615" y="736778"/>
                  </a:lnTo>
                  <a:lnTo>
                    <a:pt x="300822" y="702811"/>
                  </a:lnTo>
                  <a:lnTo>
                    <a:pt x="263851" y="667971"/>
                  </a:lnTo>
                  <a:lnTo>
                    <a:pt x="227687" y="632275"/>
                  </a:lnTo>
                  <a:lnTo>
                    <a:pt x="192165" y="595899"/>
                  </a:lnTo>
                  <a:lnTo>
                    <a:pt x="157355" y="558766"/>
                  </a:lnTo>
                  <a:lnTo>
                    <a:pt x="132492" y="529595"/>
                  </a:lnTo>
                  <a:lnTo>
                    <a:pt x="99084" y="490975"/>
                  </a:lnTo>
                  <a:lnTo>
                    <a:pt x="75606" y="460335"/>
                  </a:lnTo>
                  <a:lnTo>
                    <a:pt x="60329" y="439511"/>
                  </a:lnTo>
                  <a:lnTo>
                    <a:pt x="36401" y="409348"/>
                  </a:lnTo>
                  <a:lnTo>
                    <a:pt x="22246" y="387333"/>
                  </a:lnTo>
                  <a:lnTo>
                    <a:pt x="8557" y="364823"/>
                  </a:lnTo>
                  <a:close/>
                </a:path>
                <a:path w="4356100" h="1647190">
                  <a:moveTo>
                    <a:pt x="2991" y="352212"/>
                  </a:moveTo>
                  <a:lnTo>
                    <a:pt x="24136" y="329773"/>
                  </a:lnTo>
                  <a:lnTo>
                    <a:pt x="34142" y="337673"/>
                  </a:lnTo>
                  <a:lnTo>
                    <a:pt x="10362" y="362908"/>
                  </a:lnTo>
                  <a:lnTo>
                    <a:pt x="2991" y="352212"/>
                  </a:lnTo>
                  <a:close/>
                </a:path>
                <a:path w="4356100" h="1647190">
                  <a:moveTo>
                    <a:pt x="0" y="336868"/>
                  </a:moveTo>
                  <a:lnTo>
                    <a:pt x="9427" y="326864"/>
                  </a:lnTo>
                  <a:lnTo>
                    <a:pt x="22100" y="331933"/>
                  </a:lnTo>
                  <a:lnTo>
                    <a:pt x="5505" y="349544"/>
                  </a:lnTo>
                  <a:lnTo>
                    <a:pt x="0" y="3368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12734571" y="5515895"/>
            <a:ext cx="2851785" cy="9512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2480"/>
              </a:lnSpc>
              <a:spcBef>
                <a:spcPts val="100"/>
              </a:spcBef>
            </a:pPr>
            <a:r>
              <a:rPr dirty="0" sz="2200" b="1">
                <a:latin typeface="Calibri"/>
                <a:cs typeface="Calibri"/>
              </a:rPr>
              <a:t>"Can</a:t>
            </a:r>
            <a:r>
              <a:rPr dirty="0" sz="2200" spc="-3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I</a:t>
            </a:r>
            <a:r>
              <a:rPr dirty="0" sz="2200" spc="-3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afford</a:t>
            </a:r>
            <a:r>
              <a:rPr dirty="0" sz="2200" spc="-35" b="1">
                <a:latin typeface="Calibri"/>
                <a:cs typeface="Calibri"/>
              </a:rPr>
              <a:t> </a:t>
            </a:r>
            <a:r>
              <a:rPr dirty="0" sz="2200" spc="-20" b="1">
                <a:latin typeface="Calibri"/>
                <a:cs typeface="Calibri"/>
              </a:rPr>
              <a:t>it?"</a:t>
            </a:r>
            <a:endParaRPr sz="2200">
              <a:latin typeface="Calibri"/>
              <a:cs typeface="Calibri"/>
            </a:endParaRPr>
          </a:p>
          <a:p>
            <a:pPr algn="ctr">
              <a:lnSpc>
                <a:spcPts val="2325"/>
              </a:lnSpc>
            </a:pPr>
            <a:r>
              <a:rPr dirty="0" sz="2200" spc="-50" b="1">
                <a:latin typeface="Calibri"/>
                <a:cs typeface="Calibri"/>
              </a:rPr>
              <a:t>↓</a:t>
            </a:r>
            <a:endParaRPr sz="2200">
              <a:latin typeface="Calibri"/>
              <a:cs typeface="Calibri"/>
            </a:endParaRPr>
          </a:p>
          <a:p>
            <a:pPr algn="ctr">
              <a:lnSpc>
                <a:spcPts val="2480"/>
              </a:lnSpc>
            </a:pPr>
            <a:r>
              <a:rPr dirty="0" sz="2200" b="1">
                <a:latin typeface="Calibri"/>
                <a:cs typeface="Calibri"/>
              </a:rPr>
              <a:t>Flight</a:t>
            </a:r>
            <a:r>
              <a:rPr dirty="0" sz="2200" spc="-3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price</a:t>
            </a:r>
            <a:r>
              <a:rPr dirty="0" sz="2200" spc="-3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+</a:t>
            </a:r>
            <a:r>
              <a:rPr dirty="0" sz="2200" spc="-3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budget</a:t>
            </a:r>
            <a:r>
              <a:rPr dirty="0" sz="2200" spc="-35" b="1">
                <a:latin typeface="Calibri"/>
                <a:cs typeface="Calibri"/>
              </a:rPr>
              <a:t> </a:t>
            </a:r>
            <a:r>
              <a:rPr dirty="0" sz="2200" spc="-20" b="1">
                <a:latin typeface="Calibri"/>
                <a:cs typeface="Calibri"/>
              </a:rPr>
              <a:t>cell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2263741" y="6815618"/>
            <a:ext cx="1608455" cy="655955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marL="12700" marR="5080" indent="498475">
              <a:lnSpc>
                <a:spcPts val="2320"/>
              </a:lnSpc>
              <a:spcBef>
                <a:spcPts val="440"/>
              </a:spcBef>
            </a:pPr>
            <a:r>
              <a:rPr dirty="0" sz="2200" spc="-20" b="1">
                <a:solidFill>
                  <a:srgbClr val="94C331"/>
                </a:solidFill>
                <a:latin typeface="Calibri"/>
                <a:cs typeface="Calibri"/>
              </a:rPr>
              <a:t>Excel </a:t>
            </a:r>
            <a:r>
              <a:rPr dirty="0" sz="2200" b="1">
                <a:solidFill>
                  <a:srgbClr val="94C331"/>
                </a:solidFill>
                <a:latin typeface="Calibri"/>
                <a:cs typeface="Calibri"/>
              </a:rPr>
              <a:t>Sheet</a:t>
            </a:r>
            <a:r>
              <a:rPr dirty="0" sz="2200" spc="-65" b="1">
                <a:solidFill>
                  <a:srgbClr val="94C331"/>
                </a:solidFill>
                <a:latin typeface="Calibri"/>
                <a:cs typeface="Calibri"/>
              </a:rPr>
              <a:t> </a:t>
            </a:r>
            <a:r>
              <a:rPr dirty="0" sz="2200" spc="-10" b="1">
                <a:solidFill>
                  <a:srgbClr val="94C331"/>
                </a:solidFill>
                <a:latin typeface="Calibri"/>
                <a:cs typeface="Calibri"/>
              </a:rPr>
              <a:t>Analyst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174446" y="9657090"/>
            <a:ext cx="1299781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10" i="1">
                <a:solidFill>
                  <a:srgbClr val="FF5757"/>
                </a:solidFill>
                <a:latin typeface="Calibri"/>
                <a:cs typeface="Calibri"/>
              </a:rPr>
              <a:t>Session-</a:t>
            </a:r>
            <a:r>
              <a:rPr dirty="0" sz="2200" i="1">
                <a:solidFill>
                  <a:srgbClr val="FF5757"/>
                </a:solidFill>
                <a:latin typeface="Calibri"/>
                <a:cs typeface="Calibri"/>
              </a:rPr>
              <a:t>only</a:t>
            </a:r>
            <a:r>
              <a:rPr dirty="0" sz="2200" spc="-35" i="1">
                <a:solidFill>
                  <a:srgbClr val="FF5757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FF5757"/>
                </a:solidFill>
                <a:latin typeface="Calibri"/>
                <a:cs typeface="Calibri"/>
              </a:rPr>
              <a:t>memory</a:t>
            </a:r>
            <a:r>
              <a:rPr dirty="0" sz="2200" spc="-30" i="1">
                <a:solidFill>
                  <a:srgbClr val="FF5757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FF5757"/>
                </a:solidFill>
                <a:latin typeface="Calibri"/>
                <a:cs typeface="Calibri"/>
              </a:rPr>
              <a:t>·</a:t>
            </a:r>
            <a:r>
              <a:rPr dirty="0" sz="2200" spc="-35" i="1">
                <a:solidFill>
                  <a:srgbClr val="FF5757"/>
                </a:solidFill>
                <a:latin typeface="Calibri"/>
                <a:cs typeface="Calibri"/>
              </a:rPr>
              <a:t> </a:t>
            </a:r>
            <a:r>
              <a:rPr dirty="0" sz="2200" spc="-10" i="1">
                <a:solidFill>
                  <a:srgbClr val="FF5757"/>
                </a:solidFill>
                <a:latin typeface="Calibri"/>
                <a:cs typeface="Calibri"/>
              </a:rPr>
              <a:t>Local-</a:t>
            </a:r>
            <a:r>
              <a:rPr dirty="0" sz="2200" i="1">
                <a:solidFill>
                  <a:srgbClr val="FF5757"/>
                </a:solidFill>
                <a:latin typeface="Calibri"/>
                <a:cs typeface="Calibri"/>
              </a:rPr>
              <a:t>first</a:t>
            </a:r>
            <a:r>
              <a:rPr dirty="0" sz="2200" spc="-30" i="1">
                <a:solidFill>
                  <a:srgbClr val="FF5757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FF5757"/>
                </a:solidFill>
                <a:latin typeface="Calibri"/>
                <a:cs typeface="Calibri"/>
              </a:rPr>
              <a:t>perception</a:t>
            </a:r>
            <a:r>
              <a:rPr dirty="0" sz="2200" spc="-30" i="1">
                <a:solidFill>
                  <a:srgbClr val="FF5757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FF5757"/>
                </a:solidFill>
                <a:latin typeface="Calibri"/>
                <a:cs typeface="Calibri"/>
              </a:rPr>
              <a:t>·</a:t>
            </a:r>
            <a:r>
              <a:rPr dirty="0" sz="2200" spc="-35" i="1">
                <a:solidFill>
                  <a:srgbClr val="FF5757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FF5757"/>
                </a:solidFill>
                <a:latin typeface="Calibri"/>
                <a:cs typeface="Calibri"/>
              </a:rPr>
              <a:t>Sensitive</a:t>
            </a:r>
            <a:r>
              <a:rPr dirty="0" sz="2200" spc="-30" i="1">
                <a:solidFill>
                  <a:srgbClr val="FF5757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FF5757"/>
                </a:solidFill>
                <a:latin typeface="Calibri"/>
                <a:cs typeface="Calibri"/>
              </a:rPr>
              <a:t>fields</a:t>
            </a:r>
            <a:r>
              <a:rPr dirty="0" sz="2200" spc="-35" i="1">
                <a:solidFill>
                  <a:srgbClr val="FF5757"/>
                </a:solidFill>
                <a:latin typeface="Calibri"/>
                <a:cs typeface="Calibri"/>
              </a:rPr>
              <a:t> </a:t>
            </a:r>
            <a:r>
              <a:rPr dirty="0" sz="2200" spc="-10" i="1">
                <a:solidFill>
                  <a:srgbClr val="FF5757"/>
                </a:solidFill>
                <a:latin typeface="Calibri"/>
                <a:cs typeface="Calibri"/>
              </a:rPr>
              <a:t>excluded</a:t>
            </a:r>
            <a:r>
              <a:rPr dirty="0" sz="2200" spc="-30" i="1">
                <a:solidFill>
                  <a:srgbClr val="FF5757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FF5757"/>
                </a:solidFill>
                <a:latin typeface="Calibri"/>
                <a:cs typeface="Calibri"/>
              </a:rPr>
              <a:t>·</a:t>
            </a:r>
            <a:r>
              <a:rPr dirty="0" sz="2200" spc="-30" i="1">
                <a:solidFill>
                  <a:srgbClr val="FF5757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FF5757"/>
                </a:solidFill>
                <a:latin typeface="Calibri"/>
                <a:cs typeface="Calibri"/>
              </a:rPr>
              <a:t>Explicit</a:t>
            </a:r>
            <a:r>
              <a:rPr dirty="0" sz="2200" spc="-35" i="1">
                <a:solidFill>
                  <a:srgbClr val="FF5757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FF5757"/>
                </a:solidFill>
                <a:latin typeface="Calibri"/>
                <a:cs typeface="Calibri"/>
              </a:rPr>
              <a:t>confirmation</a:t>
            </a:r>
            <a:r>
              <a:rPr dirty="0" sz="2200" spc="-30" i="1">
                <a:solidFill>
                  <a:srgbClr val="FF5757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FF5757"/>
                </a:solidFill>
                <a:latin typeface="Calibri"/>
                <a:cs typeface="Calibri"/>
              </a:rPr>
              <a:t>for</a:t>
            </a:r>
            <a:r>
              <a:rPr dirty="0" sz="2200" spc="-35" i="1">
                <a:solidFill>
                  <a:srgbClr val="FF5757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FF5757"/>
                </a:solidFill>
                <a:latin typeface="Calibri"/>
                <a:cs typeface="Calibri"/>
              </a:rPr>
              <a:t>irreversible</a:t>
            </a:r>
            <a:r>
              <a:rPr dirty="0" sz="2200" spc="-30" i="1">
                <a:solidFill>
                  <a:srgbClr val="FF5757"/>
                </a:solidFill>
                <a:latin typeface="Calibri"/>
                <a:cs typeface="Calibri"/>
              </a:rPr>
              <a:t> </a:t>
            </a:r>
            <a:r>
              <a:rPr dirty="0" sz="2200" spc="-10" i="1">
                <a:solidFill>
                  <a:srgbClr val="FF5757"/>
                </a:solidFill>
                <a:latin typeface="Calibri"/>
                <a:cs typeface="Calibri"/>
              </a:rPr>
              <a:t>actions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7149" y="-18557"/>
            <a:ext cx="15550515" cy="10312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Innovation</a:t>
            </a:r>
            <a:r>
              <a:rPr dirty="0" spc="-125"/>
              <a:t> </a:t>
            </a:r>
            <a:r>
              <a:rPr dirty="0"/>
              <a:t>highlights,</a:t>
            </a:r>
            <a:r>
              <a:rPr dirty="0" spc="-120"/>
              <a:t> </a:t>
            </a:r>
            <a:r>
              <a:rPr dirty="0"/>
              <a:t>results</a:t>
            </a:r>
            <a:r>
              <a:rPr dirty="0" spc="-120"/>
              <a:t> </a:t>
            </a:r>
            <a:r>
              <a:rPr dirty="0"/>
              <a:t>and</a:t>
            </a:r>
            <a:r>
              <a:rPr dirty="0" spc="-120"/>
              <a:t> </a:t>
            </a:r>
            <a:r>
              <a:rPr dirty="0" spc="-10"/>
              <a:t>limitations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325048" y="1103137"/>
            <a:ext cx="7485380" cy="15741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5300" b="1">
                <a:latin typeface="Calibri"/>
                <a:cs typeface="Calibri"/>
              </a:rPr>
              <a:t>Beyond</a:t>
            </a:r>
            <a:r>
              <a:rPr dirty="0" sz="5300" spc="-130" b="1">
                <a:latin typeface="Calibri"/>
                <a:cs typeface="Calibri"/>
              </a:rPr>
              <a:t> </a:t>
            </a:r>
            <a:r>
              <a:rPr dirty="0" sz="5300" b="1">
                <a:latin typeface="Calibri"/>
                <a:cs typeface="Calibri"/>
              </a:rPr>
              <a:t>“Cancel</a:t>
            </a:r>
            <a:r>
              <a:rPr dirty="0" sz="5300" spc="-125" b="1">
                <a:latin typeface="Calibri"/>
                <a:cs typeface="Calibri"/>
              </a:rPr>
              <a:t> </a:t>
            </a:r>
            <a:r>
              <a:rPr dirty="0" sz="5300" b="1">
                <a:latin typeface="Calibri"/>
                <a:cs typeface="Calibri"/>
              </a:rPr>
              <a:t>&amp;</a:t>
            </a:r>
            <a:r>
              <a:rPr dirty="0" sz="5300" spc="-125" b="1">
                <a:latin typeface="Calibri"/>
                <a:cs typeface="Calibri"/>
              </a:rPr>
              <a:t> </a:t>
            </a:r>
            <a:r>
              <a:rPr dirty="0" sz="5300" spc="-10" b="1">
                <a:latin typeface="Calibri"/>
                <a:cs typeface="Calibri"/>
              </a:rPr>
              <a:t>Restart"</a:t>
            </a:r>
            <a:endParaRPr sz="5300">
              <a:latin typeface="Calibri"/>
              <a:cs typeface="Calibri"/>
            </a:endParaRPr>
          </a:p>
          <a:p>
            <a:pPr algn="ctr" marL="1182370">
              <a:lnSpc>
                <a:spcPct val="100000"/>
              </a:lnSpc>
              <a:spcBef>
                <a:spcPts val="70"/>
              </a:spcBef>
            </a:pPr>
            <a:r>
              <a:rPr dirty="0" sz="4800" spc="-10" b="1">
                <a:latin typeface="Calibri"/>
                <a:cs typeface="Calibri"/>
              </a:rPr>
              <a:t>Results</a:t>
            </a:r>
            <a:endParaRPr sz="48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4117932" y="1328467"/>
            <a:ext cx="286448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b="1">
                <a:latin typeface="Calibri"/>
                <a:cs typeface="Calibri"/>
              </a:rPr>
              <a:t>Current</a:t>
            </a:r>
            <a:r>
              <a:rPr dirty="0" sz="2800" spc="-150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Limitations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09100" y="2569359"/>
            <a:ext cx="3068955" cy="3200400"/>
          </a:xfrm>
          <a:custGeom>
            <a:avLst/>
            <a:gdLst/>
            <a:ahLst/>
            <a:cxnLst/>
            <a:rect l="l" t="t" r="r" b="b"/>
            <a:pathLst>
              <a:path w="3068954" h="3200400">
                <a:moveTo>
                  <a:pt x="3068417" y="2395320"/>
                </a:moveTo>
                <a:lnTo>
                  <a:pt x="1339282" y="3200272"/>
                </a:lnTo>
                <a:lnTo>
                  <a:pt x="0" y="1719881"/>
                </a:lnTo>
                <a:lnTo>
                  <a:pt x="901411" y="0"/>
                </a:lnTo>
                <a:lnTo>
                  <a:pt x="2797796" y="417443"/>
                </a:lnTo>
                <a:lnTo>
                  <a:pt x="3068417" y="2395320"/>
                </a:lnTo>
                <a:close/>
              </a:path>
            </a:pathLst>
          </a:custGeom>
          <a:solidFill>
            <a:srgbClr val="D9D3F0">
              <a:alpha val="67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02216" y="4344961"/>
            <a:ext cx="3200400" cy="1850389"/>
          </a:xfrm>
          <a:custGeom>
            <a:avLst/>
            <a:gdLst/>
            <a:ahLst/>
            <a:cxnLst/>
            <a:rect l="l" t="t" r="r" b="b"/>
            <a:pathLst>
              <a:path w="3200400" h="1850389">
                <a:moveTo>
                  <a:pt x="2168492" y="1850107"/>
                </a:moveTo>
                <a:lnTo>
                  <a:pt x="2168492" y="1334174"/>
                </a:lnTo>
                <a:lnTo>
                  <a:pt x="0" y="1334174"/>
                </a:lnTo>
                <a:lnTo>
                  <a:pt x="0" y="515932"/>
                </a:lnTo>
                <a:lnTo>
                  <a:pt x="2168492" y="515932"/>
                </a:lnTo>
                <a:lnTo>
                  <a:pt x="2168492" y="0"/>
                </a:lnTo>
                <a:lnTo>
                  <a:pt x="3200356" y="925053"/>
                </a:lnTo>
                <a:lnTo>
                  <a:pt x="2168492" y="1850107"/>
                </a:lnTo>
                <a:close/>
              </a:path>
            </a:pathLst>
          </a:custGeom>
          <a:solidFill>
            <a:srgbClr val="3172C7">
              <a:alpha val="564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902217" y="2629515"/>
            <a:ext cx="3200400" cy="1715770"/>
          </a:xfrm>
          <a:custGeom>
            <a:avLst/>
            <a:gdLst/>
            <a:ahLst/>
            <a:cxnLst/>
            <a:rect l="l" t="t" r="r" b="b"/>
            <a:pathLst>
              <a:path w="3200400" h="1715770">
                <a:moveTo>
                  <a:pt x="2168491" y="1715445"/>
                </a:moveTo>
                <a:lnTo>
                  <a:pt x="2168491" y="1199513"/>
                </a:lnTo>
                <a:lnTo>
                  <a:pt x="0" y="1199513"/>
                </a:lnTo>
                <a:lnTo>
                  <a:pt x="0" y="515932"/>
                </a:lnTo>
                <a:lnTo>
                  <a:pt x="2168491" y="515932"/>
                </a:lnTo>
                <a:lnTo>
                  <a:pt x="2168491" y="0"/>
                </a:lnTo>
                <a:lnTo>
                  <a:pt x="3200356" y="857722"/>
                </a:lnTo>
                <a:lnTo>
                  <a:pt x="2168491" y="1715445"/>
                </a:lnTo>
                <a:close/>
              </a:path>
            </a:pathLst>
          </a:custGeom>
          <a:solidFill>
            <a:srgbClr val="3172C7">
              <a:alpha val="564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27149" y="4338867"/>
            <a:ext cx="739457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i="1">
                <a:latin typeface="Calibri"/>
                <a:cs typeface="Calibri"/>
              </a:rPr>
              <a:t>The</a:t>
            </a:r>
            <a:r>
              <a:rPr dirty="0" sz="2200" spc="-30" i="1">
                <a:latin typeface="Calibri"/>
                <a:cs typeface="Calibri"/>
              </a:rPr>
              <a:t> </a:t>
            </a:r>
            <a:r>
              <a:rPr dirty="0" sz="2200" i="1">
                <a:latin typeface="Calibri"/>
                <a:cs typeface="Calibri"/>
              </a:rPr>
              <a:t>agent</a:t>
            </a:r>
            <a:r>
              <a:rPr dirty="0" sz="2200" spc="-30" i="1">
                <a:latin typeface="Calibri"/>
                <a:cs typeface="Calibri"/>
              </a:rPr>
              <a:t> </a:t>
            </a:r>
            <a:r>
              <a:rPr dirty="0" sz="2200" i="1">
                <a:latin typeface="Calibri"/>
                <a:cs typeface="Calibri"/>
              </a:rPr>
              <a:t>knows</a:t>
            </a:r>
            <a:r>
              <a:rPr dirty="0" sz="2200" spc="-25" i="1">
                <a:latin typeface="Calibri"/>
                <a:cs typeface="Calibri"/>
              </a:rPr>
              <a:t> </a:t>
            </a:r>
            <a:r>
              <a:rPr dirty="0" sz="2200" i="1">
                <a:latin typeface="Calibri"/>
                <a:cs typeface="Calibri"/>
              </a:rPr>
              <a:t>what</a:t>
            </a:r>
            <a:r>
              <a:rPr dirty="0" sz="2200" spc="-30" i="1">
                <a:latin typeface="Calibri"/>
                <a:cs typeface="Calibri"/>
              </a:rPr>
              <a:t> </a:t>
            </a:r>
            <a:r>
              <a:rPr dirty="0" sz="2200" i="1">
                <a:latin typeface="Calibri"/>
                <a:cs typeface="Calibri"/>
              </a:rPr>
              <a:t>you</a:t>
            </a:r>
            <a:r>
              <a:rPr dirty="0" sz="2200" spc="-30" i="1">
                <a:latin typeface="Calibri"/>
                <a:cs typeface="Calibri"/>
              </a:rPr>
              <a:t> </a:t>
            </a:r>
            <a:r>
              <a:rPr dirty="0" sz="2200" i="1">
                <a:latin typeface="Calibri"/>
                <a:cs typeface="Calibri"/>
              </a:rPr>
              <a:t>are</a:t>
            </a:r>
            <a:r>
              <a:rPr dirty="0" sz="2200" spc="-25" i="1">
                <a:latin typeface="Calibri"/>
                <a:cs typeface="Calibri"/>
              </a:rPr>
              <a:t> </a:t>
            </a:r>
            <a:r>
              <a:rPr dirty="0" sz="2200" i="1">
                <a:latin typeface="Calibri"/>
                <a:cs typeface="Calibri"/>
              </a:rPr>
              <a:t>looking</a:t>
            </a:r>
            <a:r>
              <a:rPr dirty="0" sz="2200" spc="-30" i="1">
                <a:latin typeface="Calibri"/>
                <a:cs typeface="Calibri"/>
              </a:rPr>
              <a:t> </a:t>
            </a:r>
            <a:r>
              <a:rPr dirty="0" sz="2200" i="1">
                <a:latin typeface="Calibri"/>
                <a:cs typeface="Calibri"/>
              </a:rPr>
              <a:t>at,</a:t>
            </a:r>
            <a:r>
              <a:rPr dirty="0" sz="2200" spc="-25" i="1">
                <a:latin typeface="Calibri"/>
                <a:cs typeface="Calibri"/>
              </a:rPr>
              <a:t> </a:t>
            </a:r>
            <a:r>
              <a:rPr dirty="0" sz="2200" i="1">
                <a:latin typeface="Calibri"/>
                <a:cs typeface="Calibri"/>
              </a:rPr>
              <a:t>not</a:t>
            </a:r>
            <a:r>
              <a:rPr dirty="0" sz="2200" spc="-30" i="1">
                <a:latin typeface="Calibri"/>
                <a:cs typeface="Calibri"/>
              </a:rPr>
              <a:t> </a:t>
            </a:r>
            <a:r>
              <a:rPr dirty="0" sz="2200" i="1">
                <a:latin typeface="Calibri"/>
                <a:cs typeface="Calibri"/>
              </a:rPr>
              <a:t>just</a:t>
            </a:r>
            <a:r>
              <a:rPr dirty="0" sz="2200" spc="-30" i="1">
                <a:latin typeface="Calibri"/>
                <a:cs typeface="Calibri"/>
              </a:rPr>
              <a:t> </a:t>
            </a:r>
            <a:r>
              <a:rPr dirty="0" sz="2200" i="1">
                <a:latin typeface="Calibri"/>
                <a:cs typeface="Calibri"/>
              </a:rPr>
              <a:t>what</a:t>
            </a:r>
            <a:r>
              <a:rPr dirty="0" sz="2200" spc="-25" i="1">
                <a:latin typeface="Calibri"/>
                <a:cs typeface="Calibri"/>
              </a:rPr>
              <a:t> </a:t>
            </a:r>
            <a:r>
              <a:rPr dirty="0" sz="2200" i="1">
                <a:latin typeface="Calibri"/>
                <a:cs typeface="Calibri"/>
              </a:rPr>
              <a:t>you</a:t>
            </a:r>
            <a:r>
              <a:rPr dirty="0" sz="2200" spc="-30" i="1">
                <a:latin typeface="Calibri"/>
                <a:cs typeface="Calibri"/>
              </a:rPr>
              <a:t> </a:t>
            </a:r>
            <a:r>
              <a:rPr dirty="0" sz="2200" spc="-10" i="1">
                <a:latin typeface="Calibri"/>
                <a:cs typeface="Calibri"/>
              </a:rPr>
              <a:t>said.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27149" y="2007060"/>
            <a:ext cx="6127115" cy="2397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19405">
              <a:lnSpc>
                <a:spcPct val="100000"/>
              </a:lnSpc>
              <a:spcBef>
                <a:spcPts val="100"/>
              </a:spcBef>
            </a:pPr>
            <a:r>
              <a:rPr dirty="0" sz="4500" spc="-130">
                <a:latin typeface="Arial Black"/>
                <a:cs typeface="Arial Black"/>
              </a:rPr>
              <a:t>Innovation</a:t>
            </a:r>
            <a:endParaRPr sz="4500">
              <a:latin typeface="Arial Black"/>
              <a:cs typeface="Arial Black"/>
            </a:endParaRPr>
          </a:p>
          <a:p>
            <a:pPr marL="151130" indent="-146050">
              <a:lnSpc>
                <a:spcPts val="2615"/>
              </a:lnSpc>
              <a:spcBef>
                <a:spcPts val="3395"/>
              </a:spcBef>
              <a:buSzPct val="95454"/>
              <a:buChar char="•"/>
              <a:tabLst>
                <a:tab pos="151130" algn="l"/>
              </a:tabLst>
            </a:pPr>
            <a:r>
              <a:rPr dirty="0" sz="2200" b="1">
                <a:latin typeface="Calibri"/>
                <a:cs typeface="Calibri"/>
              </a:rPr>
              <a:t>01</a:t>
            </a:r>
            <a:r>
              <a:rPr dirty="0" sz="2200" spc="-1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—</a:t>
            </a:r>
            <a:r>
              <a:rPr dirty="0" sz="2200" spc="-10" b="1">
                <a:latin typeface="Calibri"/>
                <a:cs typeface="Calibri"/>
              </a:rPr>
              <a:t> </a:t>
            </a:r>
            <a:r>
              <a:rPr dirty="0" sz="2200" spc="-30" b="1">
                <a:latin typeface="Calibri"/>
                <a:cs typeface="Calibri"/>
              </a:rPr>
              <a:t>ATTENTION-</a:t>
            </a:r>
            <a:r>
              <a:rPr dirty="0" sz="2200" b="1">
                <a:latin typeface="Calibri"/>
                <a:cs typeface="Calibri"/>
              </a:rPr>
              <a:t>DRIVEN</a:t>
            </a:r>
            <a:r>
              <a:rPr dirty="0" sz="2200" spc="-10" b="1">
                <a:latin typeface="Calibri"/>
                <a:cs typeface="Calibri"/>
              </a:rPr>
              <a:t> AGENT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ts val="2455"/>
              </a:lnSpc>
            </a:pPr>
            <a:r>
              <a:rPr dirty="0" sz="2200" i="1">
                <a:latin typeface="Calibri"/>
                <a:cs typeface="Calibri"/>
              </a:rPr>
              <a:t>The</a:t>
            </a:r>
            <a:r>
              <a:rPr dirty="0" sz="2200" spc="-35" i="1">
                <a:latin typeface="Calibri"/>
                <a:cs typeface="Calibri"/>
              </a:rPr>
              <a:t> </a:t>
            </a:r>
            <a:r>
              <a:rPr dirty="0" sz="2200" i="1">
                <a:latin typeface="Calibri"/>
                <a:cs typeface="Calibri"/>
              </a:rPr>
              <a:t>cursor</a:t>
            </a:r>
            <a:r>
              <a:rPr dirty="0" sz="2200" spc="-35" i="1">
                <a:latin typeface="Calibri"/>
                <a:cs typeface="Calibri"/>
              </a:rPr>
              <a:t> </a:t>
            </a:r>
            <a:r>
              <a:rPr dirty="0" sz="2200" i="1">
                <a:latin typeface="Calibri"/>
                <a:cs typeface="Calibri"/>
              </a:rPr>
              <a:t>becomes</a:t>
            </a:r>
            <a:r>
              <a:rPr dirty="0" sz="2200" spc="-35" i="1">
                <a:latin typeface="Calibri"/>
                <a:cs typeface="Calibri"/>
              </a:rPr>
              <a:t> </a:t>
            </a:r>
            <a:r>
              <a:rPr dirty="0" sz="2200" spc="-10" i="1">
                <a:latin typeface="Calibri"/>
                <a:cs typeface="Calibri"/>
              </a:rPr>
              <a:t>context.</a:t>
            </a:r>
            <a:endParaRPr sz="2200">
              <a:latin typeface="Calibri"/>
              <a:cs typeface="Calibri"/>
            </a:endParaRPr>
          </a:p>
          <a:p>
            <a:pPr marL="12700" marR="5080">
              <a:lnSpc>
                <a:spcPts val="2330"/>
              </a:lnSpc>
              <a:spcBef>
                <a:spcPts val="180"/>
              </a:spcBef>
            </a:pPr>
            <a:r>
              <a:rPr dirty="0" sz="2200" i="1">
                <a:latin typeface="Calibri"/>
                <a:cs typeface="Calibri"/>
              </a:rPr>
              <a:t>Hover</a:t>
            </a:r>
            <a:r>
              <a:rPr dirty="0" sz="2200" spc="-30" i="1">
                <a:latin typeface="Calibri"/>
                <a:cs typeface="Calibri"/>
              </a:rPr>
              <a:t> </a:t>
            </a:r>
            <a:r>
              <a:rPr dirty="0" sz="2200" i="1">
                <a:latin typeface="Calibri"/>
                <a:cs typeface="Calibri"/>
              </a:rPr>
              <a:t>+</a:t>
            </a:r>
            <a:r>
              <a:rPr dirty="0" sz="2200" spc="-30" i="1">
                <a:latin typeface="Calibri"/>
                <a:cs typeface="Calibri"/>
              </a:rPr>
              <a:t> </a:t>
            </a:r>
            <a:r>
              <a:rPr dirty="0" sz="2200" i="1">
                <a:latin typeface="Calibri"/>
                <a:cs typeface="Calibri"/>
              </a:rPr>
              <a:t>dwell</a:t>
            </a:r>
            <a:r>
              <a:rPr dirty="0" sz="2200" spc="-25" i="1">
                <a:latin typeface="Calibri"/>
                <a:cs typeface="Calibri"/>
              </a:rPr>
              <a:t> </a:t>
            </a:r>
            <a:r>
              <a:rPr dirty="0" sz="2200" i="1">
                <a:latin typeface="Calibri"/>
                <a:cs typeface="Calibri"/>
              </a:rPr>
              <a:t>→</a:t>
            </a:r>
            <a:r>
              <a:rPr dirty="0" sz="2200" spc="-30" i="1">
                <a:latin typeface="Calibri"/>
                <a:cs typeface="Calibri"/>
              </a:rPr>
              <a:t> </a:t>
            </a:r>
            <a:r>
              <a:rPr dirty="0" sz="2200" i="1">
                <a:latin typeface="Calibri"/>
                <a:cs typeface="Calibri"/>
              </a:rPr>
              <a:t>Attention</a:t>
            </a:r>
            <a:r>
              <a:rPr dirty="0" sz="2200" spc="-25" i="1">
                <a:latin typeface="Calibri"/>
                <a:cs typeface="Calibri"/>
              </a:rPr>
              <a:t> </a:t>
            </a:r>
            <a:r>
              <a:rPr dirty="0" sz="2200" i="1">
                <a:latin typeface="Calibri"/>
                <a:cs typeface="Calibri"/>
              </a:rPr>
              <a:t>Trail</a:t>
            </a:r>
            <a:r>
              <a:rPr dirty="0" sz="2200" spc="-30" i="1">
                <a:latin typeface="Calibri"/>
                <a:cs typeface="Calibri"/>
              </a:rPr>
              <a:t> </a:t>
            </a:r>
            <a:r>
              <a:rPr dirty="0" sz="2200" i="1">
                <a:latin typeface="Calibri"/>
                <a:cs typeface="Calibri"/>
              </a:rPr>
              <a:t>→</a:t>
            </a:r>
            <a:r>
              <a:rPr dirty="0" sz="2200" spc="-25" i="1">
                <a:latin typeface="Calibri"/>
                <a:cs typeface="Calibri"/>
              </a:rPr>
              <a:t> </a:t>
            </a:r>
            <a:r>
              <a:rPr dirty="0" sz="2200" i="1">
                <a:latin typeface="Calibri"/>
                <a:cs typeface="Calibri"/>
              </a:rPr>
              <a:t>grounded</a:t>
            </a:r>
            <a:r>
              <a:rPr dirty="0" sz="2200" spc="-30" i="1">
                <a:latin typeface="Calibri"/>
                <a:cs typeface="Calibri"/>
              </a:rPr>
              <a:t> </a:t>
            </a:r>
            <a:r>
              <a:rPr dirty="0" sz="2200" spc="-10" i="1">
                <a:latin typeface="Calibri"/>
                <a:cs typeface="Calibri"/>
              </a:rPr>
              <a:t>response </a:t>
            </a:r>
            <a:r>
              <a:rPr dirty="0" sz="2200" i="1">
                <a:latin typeface="Calibri"/>
                <a:cs typeface="Calibri"/>
              </a:rPr>
              <a:t>Why</a:t>
            </a:r>
            <a:r>
              <a:rPr dirty="0" sz="2200" spc="-45" i="1">
                <a:latin typeface="Calibri"/>
                <a:cs typeface="Calibri"/>
              </a:rPr>
              <a:t> </a:t>
            </a:r>
            <a:r>
              <a:rPr dirty="0" sz="2200" spc="-10" i="1">
                <a:latin typeface="Calibri"/>
                <a:cs typeface="Calibri"/>
              </a:rPr>
              <a:t>different: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295714" y="3288641"/>
            <a:ext cx="1544320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b="1">
                <a:latin typeface="Calibri"/>
                <a:cs typeface="Calibri"/>
              </a:rPr>
              <a:t>Yield</a:t>
            </a:r>
            <a:r>
              <a:rPr dirty="0" sz="2200" spc="-60" b="1">
                <a:latin typeface="Calibri"/>
                <a:cs typeface="Calibri"/>
              </a:rPr>
              <a:t> </a:t>
            </a:r>
            <a:r>
              <a:rPr dirty="0" sz="2200" spc="-10" b="1">
                <a:latin typeface="Calibri"/>
                <a:cs typeface="Calibri"/>
              </a:rPr>
              <a:t>Latency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131300" y="5077745"/>
            <a:ext cx="2192020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b="1">
                <a:latin typeface="Calibri"/>
                <a:cs typeface="Calibri"/>
              </a:rPr>
              <a:t>Correction</a:t>
            </a:r>
            <a:r>
              <a:rPr dirty="0" sz="2200" spc="-114" b="1">
                <a:latin typeface="Calibri"/>
                <a:cs typeface="Calibri"/>
              </a:rPr>
              <a:t> </a:t>
            </a:r>
            <a:r>
              <a:rPr dirty="0" sz="2200" spc="-10" b="1">
                <a:latin typeface="Calibri"/>
                <a:cs typeface="Calibri"/>
              </a:rPr>
              <a:t>Latency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7149" y="5286385"/>
            <a:ext cx="4575810" cy="655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3845" indent="-146050">
              <a:lnSpc>
                <a:spcPts val="2480"/>
              </a:lnSpc>
              <a:spcBef>
                <a:spcPts val="100"/>
              </a:spcBef>
              <a:buSzPct val="95454"/>
              <a:buChar char="•"/>
              <a:tabLst>
                <a:tab pos="283845" algn="l"/>
              </a:tabLst>
            </a:pPr>
            <a:r>
              <a:rPr dirty="0" sz="2200" b="1">
                <a:latin typeface="Calibri"/>
                <a:cs typeface="Calibri"/>
              </a:rPr>
              <a:t>02</a:t>
            </a:r>
            <a:r>
              <a:rPr dirty="0" sz="2200" spc="-2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—</a:t>
            </a:r>
            <a:r>
              <a:rPr dirty="0" sz="2200" spc="-20" b="1">
                <a:latin typeface="Calibri"/>
                <a:cs typeface="Calibri"/>
              </a:rPr>
              <a:t> </a:t>
            </a:r>
            <a:r>
              <a:rPr dirty="0" sz="2200" spc="-25" b="1">
                <a:latin typeface="Calibri"/>
                <a:cs typeface="Calibri"/>
              </a:rPr>
              <a:t>SPECULATIVE</a:t>
            </a:r>
            <a:r>
              <a:rPr dirty="0" sz="2200" spc="-20" b="1">
                <a:latin typeface="Calibri"/>
                <a:cs typeface="Calibri"/>
              </a:rPr>
              <a:t> </a:t>
            </a:r>
            <a:r>
              <a:rPr dirty="0" sz="2200" spc="-10" b="1">
                <a:latin typeface="Calibri"/>
                <a:cs typeface="Calibri"/>
              </a:rPr>
              <a:t>INTERRUPTIONS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ts val="2480"/>
              </a:lnSpc>
            </a:pPr>
            <a:r>
              <a:rPr dirty="0" sz="2200" i="1">
                <a:latin typeface="Calibri"/>
                <a:cs typeface="Calibri"/>
              </a:rPr>
              <a:t>Predict</a:t>
            </a:r>
            <a:r>
              <a:rPr dirty="0" sz="2200" spc="-30" i="1">
                <a:latin typeface="Calibri"/>
                <a:cs typeface="Calibri"/>
              </a:rPr>
              <a:t> </a:t>
            </a:r>
            <a:r>
              <a:rPr dirty="0" sz="2200" i="1">
                <a:latin typeface="Calibri"/>
                <a:cs typeface="Calibri"/>
              </a:rPr>
              <a:t>the</a:t>
            </a:r>
            <a:r>
              <a:rPr dirty="0" sz="2200" spc="-30" i="1">
                <a:latin typeface="Calibri"/>
                <a:cs typeface="Calibri"/>
              </a:rPr>
              <a:t> </a:t>
            </a:r>
            <a:r>
              <a:rPr dirty="0" sz="2200" i="1">
                <a:latin typeface="Calibri"/>
                <a:cs typeface="Calibri"/>
              </a:rPr>
              <a:t>correction</a:t>
            </a:r>
            <a:r>
              <a:rPr dirty="0" sz="2200" spc="-25" i="1">
                <a:latin typeface="Calibri"/>
                <a:cs typeface="Calibri"/>
              </a:rPr>
              <a:t> </a:t>
            </a:r>
            <a:r>
              <a:rPr dirty="0" sz="2200" i="1">
                <a:latin typeface="Calibri"/>
                <a:cs typeface="Calibri"/>
              </a:rPr>
              <a:t>before</a:t>
            </a:r>
            <a:r>
              <a:rPr dirty="0" sz="2200" spc="-30" i="1">
                <a:latin typeface="Calibri"/>
                <a:cs typeface="Calibri"/>
              </a:rPr>
              <a:t> </a:t>
            </a:r>
            <a:r>
              <a:rPr dirty="0" sz="2200" i="1">
                <a:latin typeface="Calibri"/>
                <a:cs typeface="Calibri"/>
              </a:rPr>
              <a:t>it</a:t>
            </a:r>
            <a:r>
              <a:rPr dirty="0" sz="2200" spc="-25" i="1">
                <a:latin typeface="Calibri"/>
                <a:cs typeface="Calibri"/>
              </a:rPr>
              <a:t> </a:t>
            </a:r>
            <a:r>
              <a:rPr dirty="0" sz="2200" spc="-10" i="1">
                <a:latin typeface="Calibri"/>
                <a:cs typeface="Calibri"/>
              </a:rPr>
              <a:t>happens</a:t>
            </a:r>
            <a:r>
              <a:rPr dirty="0" sz="2200" spc="-10" b="1">
                <a:latin typeface="Calibri"/>
                <a:cs typeface="Calibri"/>
              </a:rPr>
              <a:t>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902217" y="6288943"/>
            <a:ext cx="3200400" cy="1658620"/>
          </a:xfrm>
          <a:custGeom>
            <a:avLst/>
            <a:gdLst/>
            <a:ahLst/>
            <a:cxnLst/>
            <a:rect l="l" t="t" r="r" b="b"/>
            <a:pathLst>
              <a:path w="3200400" h="1658620">
                <a:moveTo>
                  <a:pt x="2168492" y="1658450"/>
                </a:moveTo>
                <a:lnTo>
                  <a:pt x="2168492" y="1142517"/>
                </a:lnTo>
                <a:lnTo>
                  <a:pt x="0" y="1142517"/>
                </a:lnTo>
                <a:lnTo>
                  <a:pt x="0" y="515932"/>
                </a:lnTo>
                <a:lnTo>
                  <a:pt x="2168492" y="515932"/>
                </a:lnTo>
                <a:lnTo>
                  <a:pt x="2168492" y="0"/>
                </a:lnTo>
                <a:lnTo>
                  <a:pt x="3200290" y="829225"/>
                </a:lnTo>
                <a:lnTo>
                  <a:pt x="2168492" y="1658450"/>
                </a:lnTo>
                <a:close/>
              </a:path>
            </a:pathLst>
          </a:custGeom>
          <a:solidFill>
            <a:srgbClr val="3172C7">
              <a:alpha val="564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7219411"/>
            <a:ext cx="2997835" cy="3067685"/>
          </a:xfrm>
          <a:custGeom>
            <a:avLst/>
            <a:gdLst/>
            <a:ahLst/>
            <a:cxnLst/>
            <a:rect l="l" t="t" r="r" b="b"/>
            <a:pathLst>
              <a:path w="2997835" h="3067684">
                <a:moveTo>
                  <a:pt x="0" y="1575842"/>
                </a:moveTo>
                <a:lnTo>
                  <a:pt x="0" y="0"/>
                </a:lnTo>
                <a:lnTo>
                  <a:pt x="11031" y="272"/>
                </a:lnTo>
                <a:lnTo>
                  <a:pt x="60647" y="2315"/>
                </a:lnTo>
                <a:lnTo>
                  <a:pt x="110186" y="5168"/>
                </a:lnTo>
                <a:lnTo>
                  <a:pt x="159640" y="8827"/>
                </a:lnTo>
                <a:lnTo>
                  <a:pt x="208996" y="13287"/>
                </a:lnTo>
                <a:lnTo>
                  <a:pt x="258246" y="18543"/>
                </a:lnTo>
                <a:lnTo>
                  <a:pt x="307379" y="24593"/>
                </a:lnTo>
                <a:lnTo>
                  <a:pt x="356384" y="31431"/>
                </a:lnTo>
                <a:lnTo>
                  <a:pt x="405252" y="39053"/>
                </a:lnTo>
                <a:lnTo>
                  <a:pt x="453971" y="47455"/>
                </a:lnTo>
                <a:lnTo>
                  <a:pt x="502533" y="56633"/>
                </a:lnTo>
                <a:lnTo>
                  <a:pt x="550925" y="66582"/>
                </a:lnTo>
                <a:lnTo>
                  <a:pt x="599138" y="77299"/>
                </a:lnTo>
                <a:lnTo>
                  <a:pt x="647163" y="88778"/>
                </a:lnTo>
                <a:lnTo>
                  <a:pt x="694987" y="101016"/>
                </a:lnTo>
                <a:lnTo>
                  <a:pt x="742602" y="114009"/>
                </a:lnTo>
                <a:lnTo>
                  <a:pt x="789997" y="127751"/>
                </a:lnTo>
                <a:lnTo>
                  <a:pt x="837161" y="142239"/>
                </a:lnTo>
                <a:lnTo>
                  <a:pt x="884084" y="157469"/>
                </a:lnTo>
                <a:lnTo>
                  <a:pt x="930756" y="173436"/>
                </a:lnTo>
                <a:lnTo>
                  <a:pt x="977167" y="190136"/>
                </a:lnTo>
                <a:lnTo>
                  <a:pt x="1023307" y="207565"/>
                </a:lnTo>
                <a:lnTo>
                  <a:pt x="1069164" y="225718"/>
                </a:lnTo>
                <a:lnTo>
                  <a:pt x="1114729" y="244592"/>
                </a:lnTo>
                <a:lnTo>
                  <a:pt x="1159991" y="264182"/>
                </a:lnTo>
                <a:lnTo>
                  <a:pt x="1204940" y="284483"/>
                </a:lnTo>
                <a:lnTo>
                  <a:pt x="1249567" y="305491"/>
                </a:lnTo>
                <a:lnTo>
                  <a:pt x="1293859" y="327203"/>
                </a:lnTo>
                <a:lnTo>
                  <a:pt x="1337808" y="349614"/>
                </a:lnTo>
                <a:lnTo>
                  <a:pt x="1381403" y="372719"/>
                </a:lnTo>
                <a:lnTo>
                  <a:pt x="1424634" y="396515"/>
                </a:lnTo>
                <a:lnTo>
                  <a:pt x="1467489" y="420997"/>
                </a:lnTo>
                <a:lnTo>
                  <a:pt x="1509960" y="446160"/>
                </a:lnTo>
                <a:lnTo>
                  <a:pt x="1552036" y="472001"/>
                </a:lnTo>
                <a:lnTo>
                  <a:pt x="1593705" y="498516"/>
                </a:lnTo>
                <a:lnTo>
                  <a:pt x="1634959" y="525699"/>
                </a:lnTo>
                <a:lnTo>
                  <a:pt x="1675787" y="553547"/>
                </a:lnTo>
                <a:lnTo>
                  <a:pt x="1716178" y="582056"/>
                </a:lnTo>
                <a:lnTo>
                  <a:pt x="1756123" y="611221"/>
                </a:lnTo>
                <a:lnTo>
                  <a:pt x="1795610" y="641038"/>
                </a:lnTo>
                <a:lnTo>
                  <a:pt x="1834630" y="671502"/>
                </a:lnTo>
                <a:lnTo>
                  <a:pt x="1873172" y="702610"/>
                </a:lnTo>
                <a:lnTo>
                  <a:pt x="1911226" y="734357"/>
                </a:lnTo>
                <a:lnTo>
                  <a:pt x="1948782" y="766739"/>
                </a:lnTo>
                <a:lnTo>
                  <a:pt x="1985829" y="799752"/>
                </a:lnTo>
                <a:lnTo>
                  <a:pt x="2022357" y="833391"/>
                </a:lnTo>
                <a:lnTo>
                  <a:pt x="2058356" y="867652"/>
                </a:lnTo>
                <a:lnTo>
                  <a:pt x="2093816" y="902530"/>
                </a:lnTo>
                <a:lnTo>
                  <a:pt x="2128695" y="937990"/>
                </a:lnTo>
                <a:lnTo>
                  <a:pt x="2162956" y="973989"/>
                </a:lnTo>
                <a:lnTo>
                  <a:pt x="2196594" y="1010517"/>
                </a:lnTo>
                <a:lnTo>
                  <a:pt x="2229607" y="1047564"/>
                </a:lnTo>
                <a:lnTo>
                  <a:pt x="2261989" y="1085120"/>
                </a:lnTo>
                <a:lnTo>
                  <a:pt x="2293736" y="1123174"/>
                </a:lnTo>
                <a:lnTo>
                  <a:pt x="2324844" y="1161716"/>
                </a:lnTo>
                <a:lnTo>
                  <a:pt x="2355308" y="1200736"/>
                </a:lnTo>
                <a:lnTo>
                  <a:pt x="2385125" y="1240223"/>
                </a:lnTo>
                <a:lnTo>
                  <a:pt x="2414290" y="1280168"/>
                </a:lnTo>
                <a:lnTo>
                  <a:pt x="2442799" y="1320559"/>
                </a:lnTo>
                <a:lnTo>
                  <a:pt x="2470647" y="1361387"/>
                </a:lnTo>
                <a:lnTo>
                  <a:pt x="2497830" y="1402641"/>
                </a:lnTo>
                <a:lnTo>
                  <a:pt x="2524345" y="1444310"/>
                </a:lnTo>
                <a:lnTo>
                  <a:pt x="2550186" y="1486386"/>
                </a:lnTo>
                <a:lnTo>
                  <a:pt x="2575349" y="1528857"/>
                </a:lnTo>
                <a:lnTo>
                  <a:pt x="2599831" y="1571712"/>
                </a:lnTo>
                <a:lnTo>
                  <a:pt x="2623627" y="1614943"/>
                </a:lnTo>
                <a:lnTo>
                  <a:pt x="2646732" y="1658538"/>
                </a:lnTo>
                <a:lnTo>
                  <a:pt x="2669143" y="1702487"/>
                </a:lnTo>
                <a:lnTo>
                  <a:pt x="2690855" y="1746779"/>
                </a:lnTo>
                <a:lnTo>
                  <a:pt x="2711863" y="1791406"/>
                </a:lnTo>
                <a:lnTo>
                  <a:pt x="2732165" y="1836355"/>
                </a:lnTo>
                <a:lnTo>
                  <a:pt x="2751754" y="1881617"/>
                </a:lnTo>
                <a:lnTo>
                  <a:pt x="2770628" y="1927182"/>
                </a:lnTo>
                <a:lnTo>
                  <a:pt x="2788781" y="1973040"/>
                </a:lnTo>
                <a:lnTo>
                  <a:pt x="2806210" y="2019179"/>
                </a:lnTo>
                <a:lnTo>
                  <a:pt x="2822910" y="2065590"/>
                </a:lnTo>
                <a:lnTo>
                  <a:pt x="2838877" y="2112262"/>
                </a:lnTo>
                <a:lnTo>
                  <a:pt x="2854107" y="2159185"/>
                </a:lnTo>
                <a:lnTo>
                  <a:pt x="2868595" y="2206349"/>
                </a:lnTo>
                <a:lnTo>
                  <a:pt x="2882338" y="2253744"/>
                </a:lnTo>
                <a:lnTo>
                  <a:pt x="2895330" y="2301359"/>
                </a:lnTo>
                <a:lnTo>
                  <a:pt x="2907568" y="2349183"/>
                </a:lnTo>
                <a:lnTo>
                  <a:pt x="2919047" y="2397208"/>
                </a:lnTo>
                <a:lnTo>
                  <a:pt x="2929764" y="2445421"/>
                </a:lnTo>
                <a:lnTo>
                  <a:pt x="2939713" y="2493814"/>
                </a:lnTo>
                <a:lnTo>
                  <a:pt x="2948891" y="2542375"/>
                </a:lnTo>
                <a:lnTo>
                  <a:pt x="2957293" y="2591094"/>
                </a:lnTo>
                <a:lnTo>
                  <a:pt x="2964915" y="2639962"/>
                </a:lnTo>
                <a:lnTo>
                  <a:pt x="2971753" y="2688967"/>
                </a:lnTo>
                <a:lnTo>
                  <a:pt x="2977803" y="2738100"/>
                </a:lnTo>
                <a:lnTo>
                  <a:pt x="2983060" y="2787350"/>
                </a:lnTo>
                <a:lnTo>
                  <a:pt x="2987611" y="2837953"/>
                </a:lnTo>
                <a:lnTo>
                  <a:pt x="2991218" y="2886867"/>
                </a:lnTo>
                <a:lnTo>
                  <a:pt x="2994045" y="2936045"/>
                </a:lnTo>
                <a:lnTo>
                  <a:pt x="2996077" y="2985444"/>
                </a:lnTo>
                <a:lnTo>
                  <a:pt x="2997303" y="3035021"/>
                </a:lnTo>
                <a:lnTo>
                  <a:pt x="2997572" y="3067588"/>
                </a:lnTo>
                <a:lnTo>
                  <a:pt x="1423001" y="3067588"/>
                </a:lnTo>
                <a:lnTo>
                  <a:pt x="1422453" y="3035021"/>
                </a:lnTo>
                <a:lnTo>
                  <a:pt x="1419944" y="2985315"/>
                </a:lnTo>
                <a:lnTo>
                  <a:pt x="1415771" y="2935700"/>
                </a:lnTo>
                <a:lnTo>
                  <a:pt x="1409936" y="2886160"/>
                </a:lnTo>
                <a:lnTo>
                  <a:pt x="1402665" y="2837953"/>
                </a:lnTo>
                <a:lnTo>
                  <a:pt x="1393696" y="2789345"/>
                </a:lnTo>
                <a:lnTo>
                  <a:pt x="1383155" y="2741087"/>
                </a:lnTo>
                <a:lnTo>
                  <a:pt x="1371059" y="2693222"/>
                </a:lnTo>
                <a:lnTo>
                  <a:pt x="1357425" y="2645792"/>
                </a:lnTo>
                <a:lnTo>
                  <a:pt x="1342272" y="2598841"/>
                </a:lnTo>
                <a:lnTo>
                  <a:pt x="1325616" y="2552411"/>
                </a:lnTo>
                <a:lnTo>
                  <a:pt x="1307477" y="2506546"/>
                </a:lnTo>
                <a:lnTo>
                  <a:pt x="1287872" y="2461288"/>
                </a:lnTo>
                <a:lnTo>
                  <a:pt x="1266818" y="2416680"/>
                </a:lnTo>
                <a:lnTo>
                  <a:pt x="1244334" y="2372765"/>
                </a:lnTo>
                <a:lnTo>
                  <a:pt x="1220437" y="2329587"/>
                </a:lnTo>
                <a:lnTo>
                  <a:pt x="1195145" y="2287188"/>
                </a:lnTo>
                <a:lnTo>
                  <a:pt x="1168475" y="2245610"/>
                </a:lnTo>
                <a:lnTo>
                  <a:pt x="1140446" y="2204898"/>
                </a:lnTo>
                <a:lnTo>
                  <a:pt x="1111076" y="2165093"/>
                </a:lnTo>
                <a:lnTo>
                  <a:pt x="1080382" y="2126240"/>
                </a:lnTo>
                <a:lnTo>
                  <a:pt x="1048381" y="2088380"/>
                </a:lnTo>
                <a:lnTo>
                  <a:pt x="1015092" y="2051557"/>
                </a:lnTo>
                <a:lnTo>
                  <a:pt x="980533" y="2015813"/>
                </a:lnTo>
                <a:lnTo>
                  <a:pt x="944790" y="1981254"/>
                </a:lnTo>
                <a:lnTo>
                  <a:pt x="907966" y="1947965"/>
                </a:lnTo>
                <a:lnTo>
                  <a:pt x="870106" y="1915965"/>
                </a:lnTo>
                <a:lnTo>
                  <a:pt x="831253" y="1885270"/>
                </a:lnTo>
                <a:lnTo>
                  <a:pt x="791448" y="1855900"/>
                </a:lnTo>
                <a:lnTo>
                  <a:pt x="750736" y="1827871"/>
                </a:lnTo>
                <a:lnTo>
                  <a:pt x="709158" y="1801201"/>
                </a:lnTo>
                <a:lnTo>
                  <a:pt x="666759" y="1775909"/>
                </a:lnTo>
                <a:lnTo>
                  <a:pt x="623581" y="1752012"/>
                </a:lnTo>
                <a:lnTo>
                  <a:pt x="579666" y="1729528"/>
                </a:lnTo>
                <a:lnTo>
                  <a:pt x="535058" y="1708474"/>
                </a:lnTo>
                <a:lnTo>
                  <a:pt x="489800" y="1688869"/>
                </a:lnTo>
                <a:lnTo>
                  <a:pt x="443935" y="1670730"/>
                </a:lnTo>
                <a:lnTo>
                  <a:pt x="397505" y="1654075"/>
                </a:lnTo>
                <a:lnTo>
                  <a:pt x="350554" y="1638921"/>
                </a:lnTo>
                <a:lnTo>
                  <a:pt x="303124" y="1625287"/>
                </a:lnTo>
                <a:lnTo>
                  <a:pt x="255259" y="1613191"/>
                </a:lnTo>
                <a:lnTo>
                  <a:pt x="207001" y="1602650"/>
                </a:lnTo>
                <a:lnTo>
                  <a:pt x="158394" y="1593681"/>
                </a:lnTo>
                <a:lnTo>
                  <a:pt x="109479" y="1586304"/>
                </a:lnTo>
                <a:lnTo>
                  <a:pt x="60301" y="1580534"/>
                </a:lnTo>
                <a:lnTo>
                  <a:pt x="10902" y="1576392"/>
                </a:lnTo>
                <a:lnTo>
                  <a:pt x="0" y="1575842"/>
                </a:lnTo>
                <a:close/>
              </a:path>
            </a:pathLst>
          </a:custGeom>
          <a:solidFill>
            <a:srgbClr val="FFDE58">
              <a:alpha val="33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35483" y="6873398"/>
            <a:ext cx="454596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1130" indent="-146050">
              <a:lnSpc>
                <a:spcPct val="100000"/>
              </a:lnSpc>
              <a:spcBef>
                <a:spcPts val="100"/>
              </a:spcBef>
              <a:buSzPct val="95454"/>
              <a:buChar char="•"/>
              <a:tabLst>
                <a:tab pos="151130" algn="l"/>
              </a:tabLst>
            </a:pPr>
            <a:r>
              <a:rPr dirty="0" sz="2200" b="1">
                <a:latin typeface="Calibri"/>
                <a:cs typeface="Calibri"/>
              </a:rPr>
              <a:t>03</a:t>
            </a:r>
            <a:r>
              <a:rPr dirty="0" sz="2200" spc="-2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—</a:t>
            </a:r>
            <a:r>
              <a:rPr dirty="0" sz="2200" spc="-2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SAFE,</a:t>
            </a:r>
            <a:r>
              <a:rPr dirty="0" sz="2200" spc="-20" b="1">
                <a:latin typeface="Calibri"/>
                <a:cs typeface="Calibri"/>
              </a:rPr>
              <a:t> </a:t>
            </a:r>
            <a:r>
              <a:rPr dirty="0" sz="2200" spc="-25" b="1">
                <a:latin typeface="Calibri"/>
                <a:cs typeface="Calibri"/>
              </a:rPr>
              <a:t>TWO-</a:t>
            </a:r>
            <a:r>
              <a:rPr dirty="0" sz="2200" spc="-105" b="1">
                <a:latin typeface="Calibri"/>
                <a:cs typeface="Calibri"/>
              </a:rPr>
              <a:t>WAY</a:t>
            </a:r>
            <a:r>
              <a:rPr dirty="0" sz="2200" spc="-15" b="1">
                <a:latin typeface="Calibri"/>
                <a:cs typeface="Calibri"/>
              </a:rPr>
              <a:t> </a:t>
            </a:r>
            <a:r>
              <a:rPr dirty="0" sz="2200" spc="-10" b="1">
                <a:latin typeface="Calibri"/>
                <a:cs typeface="Calibri"/>
              </a:rPr>
              <a:t>INTERRUPTION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131300" y="6873398"/>
            <a:ext cx="152844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b="1">
                <a:latin typeface="Calibri"/>
                <a:cs typeface="Calibri"/>
              </a:rPr>
              <a:t>Fork</a:t>
            </a:r>
            <a:r>
              <a:rPr dirty="0" sz="2200" spc="-4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Hit</a:t>
            </a:r>
            <a:r>
              <a:rPr dirty="0" sz="2200" spc="-40" b="1">
                <a:latin typeface="Calibri"/>
                <a:cs typeface="Calibri"/>
              </a:rPr>
              <a:t> </a:t>
            </a:r>
            <a:r>
              <a:rPr dirty="0" sz="2200" spc="-20" b="1">
                <a:latin typeface="Calibri"/>
                <a:cs typeface="Calibri"/>
              </a:rPr>
              <a:t>Rate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7149" y="7463948"/>
            <a:ext cx="5239385" cy="1575435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12700" marR="981710">
              <a:lnSpc>
                <a:spcPts val="2330"/>
              </a:lnSpc>
              <a:spcBef>
                <a:spcPts val="434"/>
              </a:spcBef>
            </a:pPr>
            <a:r>
              <a:rPr dirty="0" sz="2200" i="1">
                <a:latin typeface="Calibri"/>
                <a:cs typeface="Calibri"/>
              </a:rPr>
              <a:t>Interrupt</a:t>
            </a:r>
            <a:r>
              <a:rPr dirty="0" sz="2200" spc="-25" i="1">
                <a:latin typeface="Calibri"/>
                <a:cs typeface="Calibri"/>
              </a:rPr>
              <a:t> </a:t>
            </a:r>
            <a:r>
              <a:rPr dirty="0" sz="2200" i="1">
                <a:latin typeface="Calibri"/>
                <a:cs typeface="Calibri"/>
              </a:rPr>
              <a:t>→</a:t>
            </a:r>
            <a:r>
              <a:rPr dirty="0" sz="2200" spc="-25" i="1">
                <a:latin typeface="Calibri"/>
                <a:cs typeface="Calibri"/>
              </a:rPr>
              <a:t> </a:t>
            </a:r>
            <a:r>
              <a:rPr dirty="0" sz="2200" i="1">
                <a:latin typeface="Calibri"/>
                <a:cs typeface="Calibri"/>
              </a:rPr>
              <a:t>Patch</a:t>
            </a:r>
            <a:r>
              <a:rPr dirty="0" sz="2200" spc="-20" i="1">
                <a:latin typeface="Calibri"/>
                <a:cs typeface="Calibri"/>
              </a:rPr>
              <a:t> </a:t>
            </a:r>
            <a:r>
              <a:rPr dirty="0" sz="2200" i="1">
                <a:latin typeface="Calibri"/>
                <a:cs typeface="Calibri"/>
              </a:rPr>
              <a:t>/</a:t>
            </a:r>
            <a:r>
              <a:rPr dirty="0" sz="2200" spc="-25" i="1">
                <a:latin typeface="Calibri"/>
                <a:cs typeface="Calibri"/>
              </a:rPr>
              <a:t> </a:t>
            </a:r>
            <a:r>
              <a:rPr dirty="0" sz="2200" i="1">
                <a:latin typeface="Calibri"/>
                <a:cs typeface="Calibri"/>
              </a:rPr>
              <a:t>Rollback</a:t>
            </a:r>
            <a:r>
              <a:rPr dirty="0" sz="2200" spc="-20" i="1">
                <a:latin typeface="Calibri"/>
                <a:cs typeface="Calibri"/>
              </a:rPr>
              <a:t> </a:t>
            </a:r>
            <a:r>
              <a:rPr dirty="0" sz="2200" i="1">
                <a:latin typeface="Calibri"/>
                <a:cs typeface="Calibri"/>
              </a:rPr>
              <a:t>/</a:t>
            </a:r>
            <a:r>
              <a:rPr dirty="0" sz="2200" spc="-25" i="1">
                <a:latin typeface="Calibri"/>
                <a:cs typeface="Calibri"/>
              </a:rPr>
              <a:t> </a:t>
            </a:r>
            <a:r>
              <a:rPr dirty="0" sz="2200" spc="-10" i="1">
                <a:latin typeface="Calibri"/>
                <a:cs typeface="Calibri"/>
              </a:rPr>
              <a:t>Rebind </a:t>
            </a:r>
            <a:r>
              <a:rPr dirty="0" sz="2200" i="1">
                <a:latin typeface="Calibri"/>
                <a:cs typeface="Calibri"/>
              </a:rPr>
              <a:t>Trail</a:t>
            </a:r>
            <a:r>
              <a:rPr dirty="0" sz="2200" spc="-25" i="1">
                <a:latin typeface="Calibri"/>
                <a:cs typeface="Calibri"/>
              </a:rPr>
              <a:t> </a:t>
            </a:r>
            <a:r>
              <a:rPr dirty="0" sz="2200" i="1">
                <a:latin typeface="Calibri"/>
                <a:cs typeface="Calibri"/>
              </a:rPr>
              <a:t>can</a:t>
            </a:r>
            <a:r>
              <a:rPr dirty="0" sz="2200" spc="-25" i="1">
                <a:latin typeface="Calibri"/>
                <a:cs typeface="Calibri"/>
              </a:rPr>
              <a:t> </a:t>
            </a:r>
            <a:r>
              <a:rPr dirty="0" sz="2200" i="1">
                <a:latin typeface="Calibri"/>
                <a:cs typeface="Calibri"/>
              </a:rPr>
              <a:t>be</a:t>
            </a:r>
            <a:r>
              <a:rPr dirty="0" sz="2200" spc="-25" i="1">
                <a:latin typeface="Calibri"/>
                <a:cs typeface="Calibri"/>
              </a:rPr>
              <a:t> </a:t>
            </a:r>
            <a:r>
              <a:rPr dirty="0" sz="2200" i="1">
                <a:latin typeface="Calibri"/>
                <a:cs typeface="Calibri"/>
              </a:rPr>
              <a:t>interrupted</a:t>
            </a:r>
            <a:r>
              <a:rPr dirty="0" sz="2200" spc="-25" i="1">
                <a:latin typeface="Calibri"/>
                <a:cs typeface="Calibri"/>
              </a:rPr>
              <a:t> by: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ts val="2270"/>
              </a:lnSpc>
            </a:pPr>
            <a:r>
              <a:rPr dirty="0" sz="2200" i="1">
                <a:latin typeface="Calibri"/>
                <a:cs typeface="Calibri"/>
              </a:rPr>
              <a:t>Voice</a:t>
            </a:r>
            <a:r>
              <a:rPr dirty="0" sz="2200" spc="-25" i="1">
                <a:latin typeface="Calibri"/>
                <a:cs typeface="Calibri"/>
              </a:rPr>
              <a:t> </a:t>
            </a:r>
            <a:r>
              <a:rPr dirty="0" sz="2200" i="1">
                <a:latin typeface="Calibri"/>
                <a:cs typeface="Calibri"/>
              </a:rPr>
              <a:t>·</a:t>
            </a:r>
            <a:r>
              <a:rPr dirty="0" sz="2200" spc="-20" i="1">
                <a:latin typeface="Calibri"/>
                <a:cs typeface="Calibri"/>
              </a:rPr>
              <a:t> </a:t>
            </a:r>
            <a:r>
              <a:rPr dirty="0" sz="2200" i="1">
                <a:latin typeface="Calibri"/>
                <a:cs typeface="Calibri"/>
              </a:rPr>
              <a:t>Keyboard</a:t>
            </a:r>
            <a:r>
              <a:rPr dirty="0" sz="2200" spc="-25" i="1">
                <a:latin typeface="Calibri"/>
                <a:cs typeface="Calibri"/>
              </a:rPr>
              <a:t> </a:t>
            </a:r>
            <a:r>
              <a:rPr dirty="0" sz="2200" i="1">
                <a:latin typeface="Calibri"/>
                <a:cs typeface="Calibri"/>
              </a:rPr>
              <a:t>·</a:t>
            </a:r>
            <a:r>
              <a:rPr dirty="0" sz="2200" spc="-20" i="1">
                <a:latin typeface="Calibri"/>
                <a:cs typeface="Calibri"/>
              </a:rPr>
              <a:t> </a:t>
            </a:r>
            <a:r>
              <a:rPr dirty="0" sz="2200" spc="-10" i="1">
                <a:latin typeface="Calibri"/>
                <a:cs typeface="Calibri"/>
              </a:rPr>
              <a:t>Cursor</a:t>
            </a:r>
            <a:endParaRPr sz="2200">
              <a:latin typeface="Calibri"/>
              <a:cs typeface="Calibri"/>
            </a:endParaRPr>
          </a:p>
          <a:p>
            <a:pPr marL="75565" marR="5080" indent="-63500">
              <a:lnSpc>
                <a:spcPts val="2330"/>
              </a:lnSpc>
              <a:spcBef>
                <a:spcPts val="310"/>
              </a:spcBef>
            </a:pPr>
            <a:r>
              <a:rPr dirty="0" sz="2200" i="1">
                <a:latin typeface="Calibri"/>
                <a:cs typeface="Calibri"/>
              </a:rPr>
              <a:t>And</a:t>
            </a:r>
            <a:r>
              <a:rPr dirty="0" sz="2200" spc="-30" i="1">
                <a:latin typeface="Calibri"/>
                <a:cs typeface="Calibri"/>
              </a:rPr>
              <a:t> </a:t>
            </a:r>
            <a:r>
              <a:rPr dirty="0" sz="2200" i="1">
                <a:latin typeface="Calibri"/>
                <a:cs typeface="Calibri"/>
              </a:rPr>
              <a:t>the</a:t>
            </a:r>
            <a:r>
              <a:rPr dirty="0" sz="2200" spc="-30" i="1">
                <a:latin typeface="Calibri"/>
                <a:cs typeface="Calibri"/>
              </a:rPr>
              <a:t> </a:t>
            </a:r>
            <a:r>
              <a:rPr dirty="0" sz="2200" i="1">
                <a:latin typeface="Calibri"/>
                <a:cs typeface="Calibri"/>
              </a:rPr>
              <a:t>agent</a:t>
            </a:r>
            <a:r>
              <a:rPr dirty="0" sz="2200" spc="-30" i="1">
                <a:latin typeface="Calibri"/>
                <a:cs typeface="Calibri"/>
              </a:rPr>
              <a:t> </a:t>
            </a:r>
            <a:r>
              <a:rPr dirty="0" sz="2200" i="1">
                <a:latin typeface="Calibri"/>
                <a:cs typeface="Calibri"/>
              </a:rPr>
              <a:t>can</a:t>
            </a:r>
            <a:r>
              <a:rPr dirty="0" sz="2200" spc="-30" i="1">
                <a:latin typeface="Calibri"/>
                <a:cs typeface="Calibri"/>
              </a:rPr>
              <a:t> </a:t>
            </a:r>
            <a:r>
              <a:rPr dirty="0" sz="2200" i="1">
                <a:latin typeface="Calibri"/>
                <a:cs typeface="Calibri"/>
              </a:rPr>
              <a:t>also</a:t>
            </a:r>
            <a:r>
              <a:rPr dirty="0" sz="2200" spc="-25" i="1">
                <a:latin typeface="Calibri"/>
                <a:cs typeface="Calibri"/>
              </a:rPr>
              <a:t> </a:t>
            </a:r>
            <a:r>
              <a:rPr dirty="0" sz="2200" i="1">
                <a:latin typeface="Calibri"/>
                <a:cs typeface="Calibri"/>
              </a:rPr>
              <a:t>initiate</a:t>
            </a:r>
            <a:r>
              <a:rPr dirty="0" sz="2200" spc="-30" i="1">
                <a:latin typeface="Calibri"/>
                <a:cs typeface="Calibri"/>
              </a:rPr>
              <a:t> </a:t>
            </a:r>
            <a:r>
              <a:rPr dirty="0" sz="2200" i="1">
                <a:latin typeface="Calibri"/>
                <a:cs typeface="Calibri"/>
              </a:rPr>
              <a:t>an</a:t>
            </a:r>
            <a:r>
              <a:rPr dirty="0" sz="2200" spc="-30" i="1">
                <a:latin typeface="Calibri"/>
                <a:cs typeface="Calibri"/>
              </a:rPr>
              <a:t> </a:t>
            </a:r>
            <a:r>
              <a:rPr dirty="0" sz="2200" spc="-10" i="1">
                <a:latin typeface="Calibri"/>
                <a:cs typeface="Calibri"/>
              </a:rPr>
              <a:t>interruption </a:t>
            </a:r>
            <a:r>
              <a:rPr dirty="0" sz="2200" i="1">
                <a:latin typeface="Calibri"/>
                <a:cs typeface="Calibri"/>
              </a:rPr>
              <a:t>through</a:t>
            </a:r>
            <a:r>
              <a:rPr dirty="0" sz="2200" spc="-35" i="1">
                <a:latin typeface="Calibri"/>
                <a:cs typeface="Calibri"/>
              </a:rPr>
              <a:t> </a:t>
            </a:r>
            <a:r>
              <a:rPr dirty="0" sz="2200" i="1">
                <a:latin typeface="Calibri"/>
                <a:cs typeface="Calibri"/>
              </a:rPr>
              <a:t>its</a:t>
            </a:r>
            <a:r>
              <a:rPr dirty="0" sz="2200" spc="-35" i="1">
                <a:latin typeface="Calibri"/>
                <a:cs typeface="Calibri"/>
              </a:rPr>
              <a:t> </a:t>
            </a:r>
            <a:r>
              <a:rPr dirty="0" sz="2200" i="1">
                <a:latin typeface="Calibri"/>
                <a:cs typeface="Calibri"/>
              </a:rPr>
              <a:t>arbiter</a:t>
            </a:r>
            <a:r>
              <a:rPr dirty="0" sz="2200" spc="-30" i="1">
                <a:latin typeface="Calibri"/>
                <a:cs typeface="Calibri"/>
              </a:rPr>
              <a:t> </a:t>
            </a:r>
            <a:r>
              <a:rPr dirty="0" sz="2200" i="1">
                <a:latin typeface="Calibri"/>
                <a:cs typeface="Calibri"/>
              </a:rPr>
              <a:t>when</a:t>
            </a:r>
            <a:r>
              <a:rPr dirty="0" sz="2200" spc="-35" i="1">
                <a:latin typeface="Calibri"/>
                <a:cs typeface="Calibri"/>
              </a:rPr>
              <a:t> </a:t>
            </a:r>
            <a:r>
              <a:rPr dirty="0" sz="2200" spc="-10" i="1">
                <a:latin typeface="Calibri"/>
                <a:cs typeface="Calibri"/>
              </a:rPr>
              <a:t>appropriate.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863416" y="8041268"/>
            <a:ext cx="3200400" cy="1719580"/>
          </a:xfrm>
          <a:custGeom>
            <a:avLst/>
            <a:gdLst/>
            <a:ahLst/>
            <a:cxnLst/>
            <a:rect l="l" t="t" r="r" b="b"/>
            <a:pathLst>
              <a:path w="3200400" h="1719579">
                <a:moveTo>
                  <a:pt x="2168492" y="1719128"/>
                </a:moveTo>
                <a:lnTo>
                  <a:pt x="2168492" y="1203195"/>
                </a:lnTo>
                <a:lnTo>
                  <a:pt x="0" y="1203195"/>
                </a:lnTo>
                <a:lnTo>
                  <a:pt x="0" y="515932"/>
                </a:lnTo>
                <a:lnTo>
                  <a:pt x="2168492" y="515932"/>
                </a:lnTo>
                <a:lnTo>
                  <a:pt x="2168492" y="0"/>
                </a:lnTo>
                <a:lnTo>
                  <a:pt x="3200356" y="859564"/>
                </a:lnTo>
                <a:lnTo>
                  <a:pt x="2168492" y="1719128"/>
                </a:lnTo>
                <a:close/>
              </a:path>
            </a:pathLst>
          </a:custGeom>
          <a:solidFill>
            <a:srgbClr val="3172C7">
              <a:alpha val="564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9378284" y="8624589"/>
            <a:ext cx="745490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10" b="1">
                <a:latin typeface="Calibri"/>
                <a:cs typeface="Calibri"/>
              </a:rPr>
              <a:t>Safety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3491159" y="2183914"/>
            <a:ext cx="3125470" cy="8103234"/>
            <a:chOff x="13491159" y="2183914"/>
            <a:chExt cx="3125470" cy="8103234"/>
          </a:xfrm>
        </p:grpSpPr>
        <p:sp>
          <p:nvSpPr>
            <p:cNvPr id="11" name="object 11"/>
            <p:cNvSpPr/>
            <p:nvPr/>
          </p:nvSpPr>
          <p:spPr>
            <a:xfrm>
              <a:off x="13530397" y="2183914"/>
              <a:ext cx="3086100" cy="3086100"/>
            </a:xfrm>
            <a:custGeom>
              <a:avLst/>
              <a:gdLst/>
              <a:ahLst/>
              <a:cxnLst/>
              <a:rect l="l" t="t" r="r" b="b"/>
              <a:pathLst>
                <a:path w="3086100" h="3086100">
                  <a:moveTo>
                    <a:pt x="1543049" y="3086100"/>
                  </a:moveTo>
                  <a:lnTo>
                    <a:pt x="1494987" y="3085365"/>
                  </a:lnTo>
                  <a:lnTo>
                    <a:pt x="1447291" y="3083177"/>
                  </a:lnTo>
                  <a:lnTo>
                    <a:pt x="1399983" y="3079555"/>
                  </a:lnTo>
                  <a:lnTo>
                    <a:pt x="1353083" y="3074522"/>
                  </a:lnTo>
                  <a:lnTo>
                    <a:pt x="1306613" y="3068099"/>
                  </a:lnTo>
                  <a:lnTo>
                    <a:pt x="1260594" y="3060306"/>
                  </a:lnTo>
                  <a:lnTo>
                    <a:pt x="1215048" y="3051166"/>
                  </a:lnTo>
                  <a:lnTo>
                    <a:pt x="1169996" y="3040700"/>
                  </a:lnTo>
                  <a:lnTo>
                    <a:pt x="1125460" y="3028929"/>
                  </a:lnTo>
                  <a:lnTo>
                    <a:pt x="1081460" y="3015874"/>
                  </a:lnTo>
                  <a:lnTo>
                    <a:pt x="1038018" y="3001557"/>
                  </a:lnTo>
                  <a:lnTo>
                    <a:pt x="995156" y="2985999"/>
                  </a:lnTo>
                  <a:lnTo>
                    <a:pt x="952894" y="2969221"/>
                  </a:lnTo>
                  <a:lnTo>
                    <a:pt x="911254" y="2951246"/>
                  </a:lnTo>
                  <a:lnTo>
                    <a:pt x="870258" y="2932093"/>
                  </a:lnTo>
                  <a:lnTo>
                    <a:pt x="829927" y="2911785"/>
                  </a:lnTo>
                  <a:lnTo>
                    <a:pt x="790281" y="2890342"/>
                  </a:lnTo>
                  <a:lnTo>
                    <a:pt x="751343" y="2867787"/>
                  </a:lnTo>
                  <a:lnTo>
                    <a:pt x="713134" y="2844140"/>
                  </a:lnTo>
                  <a:lnTo>
                    <a:pt x="675675" y="2819423"/>
                  </a:lnTo>
                  <a:lnTo>
                    <a:pt x="638987" y="2793657"/>
                  </a:lnTo>
                  <a:lnTo>
                    <a:pt x="603092" y="2766864"/>
                  </a:lnTo>
                  <a:lnTo>
                    <a:pt x="568012" y="2739065"/>
                  </a:lnTo>
                  <a:lnTo>
                    <a:pt x="533766" y="2710280"/>
                  </a:lnTo>
                  <a:lnTo>
                    <a:pt x="500378" y="2680532"/>
                  </a:lnTo>
                  <a:lnTo>
                    <a:pt x="467868" y="2649842"/>
                  </a:lnTo>
                  <a:lnTo>
                    <a:pt x="436257" y="2618231"/>
                  </a:lnTo>
                  <a:lnTo>
                    <a:pt x="405567" y="2585721"/>
                  </a:lnTo>
                  <a:lnTo>
                    <a:pt x="375819" y="2552333"/>
                  </a:lnTo>
                  <a:lnTo>
                    <a:pt x="347034" y="2518087"/>
                  </a:lnTo>
                  <a:lnTo>
                    <a:pt x="319235" y="2483007"/>
                  </a:lnTo>
                  <a:lnTo>
                    <a:pt x="292441" y="2447112"/>
                  </a:lnTo>
                  <a:lnTo>
                    <a:pt x="266676" y="2410424"/>
                  </a:lnTo>
                  <a:lnTo>
                    <a:pt x="241959" y="2372965"/>
                  </a:lnTo>
                  <a:lnTo>
                    <a:pt x="218312" y="2334756"/>
                  </a:lnTo>
                  <a:lnTo>
                    <a:pt x="195757" y="2295818"/>
                  </a:lnTo>
                  <a:lnTo>
                    <a:pt x="174314" y="2256172"/>
                  </a:lnTo>
                  <a:lnTo>
                    <a:pt x="154006" y="2215841"/>
                  </a:lnTo>
                  <a:lnTo>
                    <a:pt x="134853" y="2174845"/>
                  </a:lnTo>
                  <a:lnTo>
                    <a:pt x="116878" y="2133205"/>
                  </a:lnTo>
                  <a:lnTo>
                    <a:pt x="100100" y="2090943"/>
                  </a:lnTo>
                  <a:lnTo>
                    <a:pt x="84542" y="2048081"/>
                  </a:lnTo>
                  <a:lnTo>
                    <a:pt x="70225" y="2004639"/>
                  </a:lnTo>
                  <a:lnTo>
                    <a:pt x="57170" y="1960639"/>
                  </a:lnTo>
                  <a:lnTo>
                    <a:pt x="45399" y="1916103"/>
                  </a:lnTo>
                  <a:lnTo>
                    <a:pt x="34933" y="1871051"/>
                  </a:lnTo>
                  <a:lnTo>
                    <a:pt x="25793" y="1825505"/>
                  </a:lnTo>
                  <a:lnTo>
                    <a:pt x="18000" y="1779486"/>
                  </a:lnTo>
                  <a:lnTo>
                    <a:pt x="11577" y="1733016"/>
                  </a:lnTo>
                  <a:lnTo>
                    <a:pt x="6544" y="1686116"/>
                  </a:lnTo>
                  <a:lnTo>
                    <a:pt x="2922" y="1638808"/>
                  </a:lnTo>
                  <a:lnTo>
                    <a:pt x="734" y="1591112"/>
                  </a:lnTo>
                  <a:lnTo>
                    <a:pt x="0" y="1543050"/>
                  </a:lnTo>
                  <a:lnTo>
                    <a:pt x="734" y="1494987"/>
                  </a:lnTo>
                  <a:lnTo>
                    <a:pt x="2922" y="1447291"/>
                  </a:lnTo>
                  <a:lnTo>
                    <a:pt x="6544" y="1399983"/>
                  </a:lnTo>
                  <a:lnTo>
                    <a:pt x="11577" y="1353083"/>
                  </a:lnTo>
                  <a:lnTo>
                    <a:pt x="18000" y="1306613"/>
                  </a:lnTo>
                  <a:lnTo>
                    <a:pt x="25793" y="1260594"/>
                  </a:lnTo>
                  <a:lnTo>
                    <a:pt x="34933" y="1215048"/>
                  </a:lnTo>
                  <a:lnTo>
                    <a:pt x="45399" y="1169996"/>
                  </a:lnTo>
                  <a:lnTo>
                    <a:pt x="57170" y="1125460"/>
                  </a:lnTo>
                  <a:lnTo>
                    <a:pt x="70225" y="1081460"/>
                  </a:lnTo>
                  <a:lnTo>
                    <a:pt x="84542" y="1038018"/>
                  </a:lnTo>
                  <a:lnTo>
                    <a:pt x="100100" y="995156"/>
                  </a:lnTo>
                  <a:lnTo>
                    <a:pt x="116878" y="952894"/>
                  </a:lnTo>
                  <a:lnTo>
                    <a:pt x="134853" y="911254"/>
                  </a:lnTo>
                  <a:lnTo>
                    <a:pt x="154006" y="870258"/>
                  </a:lnTo>
                  <a:lnTo>
                    <a:pt x="174314" y="829927"/>
                  </a:lnTo>
                  <a:lnTo>
                    <a:pt x="195757" y="790281"/>
                  </a:lnTo>
                  <a:lnTo>
                    <a:pt x="218312" y="751343"/>
                  </a:lnTo>
                  <a:lnTo>
                    <a:pt x="241959" y="713134"/>
                  </a:lnTo>
                  <a:lnTo>
                    <a:pt x="266676" y="675675"/>
                  </a:lnTo>
                  <a:lnTo>
                    <a:pt x="292441" y="638987"/>
                  </a:lnTo>
                  <a:lnTo>
                    <a:pt x="319235" y="603092"/>
                  </a:lnTo>
                  <a:lnTo>
                    <a:pt x="347034" y="568012"/>
                  </a:lnTo>
                  <a:lnTo>
                    <a:pt x="375819" y="533766"/>
                  </a:lnTo>
                  <a:lnTo>
                    <a:pt x="405567" y="500378"/>
                  </a:lnTo>
                  <a:lnTo>
                    <a:pt x="436257" y="467868"/>
                  </a:lnTo>
                  <a:lnTo>
                    <a:pt x="467868" y="436257"/>
                  </a:lnTo>
                  <a:lnTo>
                    <a:pt x="500378" y="405567"/>
                  </a:lnTo>
                  <a:lnTo>
                    <a:pt x="533766" y="375819"/>
                  </a:lnTo>
                  <a:lnTo>
                    <a:pt x="568012" y="347034"/>
                  </a:lnTo>
                  <a:lnTo>
                    <a:pt x="603092" y="319235"/>
                  </a:lnTo>
                  <a:lnTo>
                    <a:pt x="638987" y="292441"/>
                  </a:lnTo>
                  <a:lnTo>
                    <a:pt x="675675" y="266676"/>
                  </a:lnTo>
                  <a:lnTo>
                    <a:pt x="713134" y="241959"/>
                  </a:lnTo>
                  <a:lnTo>
                    <a:pt x="751343" y="218312"/>
                  </a:lnTo>
                  <a:lnTo>
                    <a:pt x="790281" y="195757"/>
                  </a:lnTo>
                  <a:lnTo>
                    <a:pt x="829927" y="174314"/>
                  </a:lnTo>
                  <a:lnTo>
                    <a:pt x="870258" y="154006"/>
                  </a:lnTo>
                  <a:lnTo>
                    <a:pt x="911254" y="134853"/>
                  </a:lnTo>
                  <a:lnTo>
                    <a:pt x="952894" y="116878"/>
                  </a:lnTo>
                  <a:lnTo>
                    <a:pt x="995156" y="100100"/>
                  </a:lnTo>
                  <a:lnTo>
                    <a:pt x="1038018" y="84542"/>
                  </a:lnTo>
                  <a:lnTo>
                    <a:pt x="1081460" y="70225"/>
                  </a:lnTo>
                  <a:lnTo>
                    <a:pt x="1125460" y="57170"/>
                  </a:lnTo>
                  <a:lnTo>
                    <a:pt x="1169996" y="45399"/>
                  </a:lnTo>
                  <a:lnTo>
                    <a:pt x="1215048" y="34933"/>
                  </a:lnTo>
                  <a:lnTo>
                    <a:pt x="1260594" y="25793"/>
                  </a:lnTo>
                  <a:lnTo>
                    <a:pt x="1306613" y="18000"/>
                  </a:lnTo>
                  <a:lnTo>
                    <a:pt x="1353083" y="11577"/>
                  </a:lnTo>
                  <a:lnTo>
                    <a:pt x="1399983" y="6544"/>
                  </a:lnTo>
                  <a:lnTo>
                    <a:pt x="1447291" y="2922"/>
                  </a:lnTo>
                  <a:lnTo>
                    <a:pt x="1494987" y="734"/>
                  </a:lnTo>
                  <a:lnTo>
                    <a:pt x="1543049" y="0"/>
                  </a:lnTo>
                  <a:lnTo>
                    <a:pt x="1591112" y="734"/>
                  </a:lnTo>
                  <a:lnTo>
                    <a:pt x="1638808" y="2922"/>
                  </a:lnTo>
                  <a:lnTo>
                    <a:pt x="1686116" y="6544"/>
                  </a:lnTo>
                  <a:lnTo>
                    <a:pt x="1733016" y="11577"/>
                  </a:lnTo>
                  <a:lnTo>
                    <a:pt x="1779486" y="18000"/>
                  </a:lnTo>
                  <a:lnTo>
                    <a:pt x="1825505" y="25793"/>
                  </a:lnTo>
                  <a:lnTo>
                    <a:pt x="1871051" y="34933"/>
                  </a:lnTo>
                  <a:lnTo>
                    <a:pt x="1916103" y="45399"/>
                  </a:lnTo>
                  <a:lnTo>
                    <a:pt x="1960639" y="57170"/>
                  </a:lnTo>
                  <a:lnTo>
                    <a:pt x="2004639" y="70225"/>
                  </a:lnTo>
                  <a:lnTo>
                    <a:pt x="2048081" y="84542"/>
                  </a:lnTo>
                  <a:lnTo>
                    <a:pt x="2090943" y="100100"/>
                  </a:lnTo>
                  <a:lnTo>
                    <a:pt x="2133205" y="116878"/>
                  </a:lnTo>
                  <a:lnTo>
                    <a:pt x="2174845" y="134853"/>
                  </a:lnTo>
                  <a:lnTo>
                    <a:pt x="2215841" y="154006"/>
                  </a:lnTo>
                  <a:lnTo>
                    <a:pt x="2256172" y="174314"/>
                  </a:lnTo>
                  <a:lnTo>
                    <a:pt x="2295818" y="195757"/>
                  </a:lnTo>
                  <a:lnTo>
                    <a:pt x="2334756" y="218312"/>
                  </a:lnTo>
                  <a:lnTo>
                    <a:pt x="2372965" y="241959"/>
                  </a:lnTo>
                  <a:lnTo>
                    <a:pt x="2410424" y="266676"/>
                  </a:lnTo>
                  <a:lnTo>
                    <a:pt x="2447112" y="292441"/>
                  </a:lnTo>
                  <a:lnTo>
                    <a:pt x="2483007" y="319235"/>
                  </a:lnTo>
                  <a:lnTo>
                    <a:pt x="2518087" y="347034"/>
                  </a:lnTo>
                  <a:lnTo>
                    <a:pt x="2552333" y="375819"/>
                  </a:lnTo>
                  <a:lnTo>
                    <a:pt x="2585721" y="405567"/>
                  </a:lnTo>
                  <a:lnTo>
                    <a:pt x="2618231" y="436257"/>
                  </a:lnTo>
                  <a:lnTo>
                    <a:pt x="2649842" y="467868"/>
                  </a:lnTo>
                  <a:lnTo>
                    <a:pt x="2680532" y="500378"/>
                  </a:lnTo>
                  <a:lnTo>
                    <a:pt x="2710280" y="533766"/>
                  </a:lnTo>
                  <a:lnTo>
                    <a:pt x="2739065" y="568012"/>
                  </a:lnTo>
                  <a:lnTo>
                    <a:pt x="2766864" y="603092"/>
                  </a:lnTo>
                  <a:lnTo>
                    <a:pt x="2793657" y="638987"/>
                  </a:lnTo>
                  <a:lnTo>
                    <a:pt x="2819423" y="675675"/>
                  </a:lnTo>
                  <a:lnTo>
                    <a:pt x="2844140" y="713134"/>
                  </a:lnTo>
                  <a:lnTo>
                    <a:pt x="2867787" y="751343"/>
                  </a:lnTo>
                  <a:lnTo>
                    <a:pt x="2890342" y="790281"/>
                  </a:lnTo>
                  <a:lnTo>
                    <a:pt x="2911785" y="829927"/>
                  </a:lnTo>
                  <a:lnTo>
                    <a:pt x="2932093" y="870258"/>
                  </a:lnTo>
                  <a:lnTo>
                    <a:pt x="2951246" y="911254"/>
                  </a:lnTo>
                  <a:lnTo>
                    <a:pt x="2969221" y="952894"/>
                  </a:lnTo>
                  <a:lnTo>
                    <a:pt x="2985999" y="995156"/>
                  </a:lnTo>
                  <a:lnTo>
                    <a:pt x="3001557" y="1038018"/>
                  </a:lnTo>
                  <a:lnTo>
                    <a:pt x="3015874" y="1081460"/>
                  </a:lnTo>
                  <a:lnTo>
                    <a:pt x="3028929" y="1125460"/>
                  </a:lnTo>
                  <a:lnTo>
                    <a:pt x="3040700" y="1169996"/>
                  </a:lnTo>
                  <a:lnTo>
                    <a:pt x="3051166" y="1215048"/>
                  </a:lnTo>
                  <a:lnTo>
                    <a:pt x="3060306" y="1260594"/>
                  </a:lnTo>
                  <a:lnTo>
                    <a:pt x="3068099" y="1306613"/>
                  </a:lnTo>
                  <a:lnTo>
                    <a:pt x="3074522" y="1353083"/>
                  </a:lnTo>
                  <a:lnTo>
                    <a:pt x="3079555" y="1399983"/>
                  </a:lnTo>
                  <a:lnTo>
                    <a:pt x="3083177" y="1447291"/>
                  </a:lnTo>
                  <a:lnTo>
                    <a:pt x="3085365" y="1494987"/>
                  </a:lnTo>
                  <a:lnTo>
                    <a:pt x="3086099" y="1543050"/>
                  </a:lnTo>
                  <a:lnTo>
                    <a:pt x="3085365" y="1591112"/>
                  </a:lnTo>
                  <a:lnTo>
                    <a:pt x="3083177" y="1638808"/>
                  </a:lnTo>
                  <a:lnTo>
                    <a:pt x="3079555" y="1686116"/>
                  </a:lnTo>
                  <a:lnTo>
                    <a:pt x="3074522" y="1733016"/>
                  </a:lnTo>
                  <a:lnTo>
                    <a:pt x="3068099" y="1779486"/>
                  </a:lnTo>
                  <a:lnTo>
                    <a:pt x="3060306" y="1825505"/>
                  </a:lnTo>
                  <a:lnTo>
                    <a:pt x="3051166" y="1871051"/>
                  </a:lnTo>
                  <a:lnTo>
                    <a:pt x="3040700" y="1916103"/>
                  </a:lnTo>
                  <a:lnTo>
                    <a:pt x="3028929" y="1960639"/>
                  </a:lnTo>
                  <a:lnTo>
                    <a:pt x="3015874" y="2004639"/>
                  </a:lnTo>
                  <a:lnTo>
                    <a:pt x="3001557" y="2048081"/>
                  </a:lnTo>
                  <a:lnTo>
                    <a:pt x="2985999" y="2090943"/>
                  </a:lnTo>
                  <a:lnTo>
                    <a:pt x="2969221" y="2133205"/>
                  </a:lnTo>
                  <a:lnTo>
                    <a:pt x="2951246" y="2174845"/>
                  </a:lnTo>
                  <a:lnTo>
                    <a:pt x="2932093" y="2215841"/>
                  </a:lnTo>
                  <a:lnTo>
                    <a:pt x="2911785" y="2256172"/>
                  </a:lnTo>
                  <a:lnTo>
                    <a:pt x="2890342" y="2295818"/>
                  </a:lnTo>
                  <a:lnTo>
                    <a:pt x="2867787" y="2334756"/>
                  </a:lnTo>
                  <a:lnTo>
                    <a:pt x="2844140" y="2372965"/>
                  </a:lnTo>
                  <a:lnTo>
                    <a:pt x="2819423" y="2410424"/>
                  </a:lnTo>
                  <a:lnTo>
                    <a:pt x="2793657" y="2447112"/>
                  </a:lnTo>
                  <a:lnTo>
                    <a:pt x="2766864" y="2483007"/>
                  </a:lnTo>
                  <a:lnTo>
                    <a:pt x="2739065" y="2518087"/>
                  </a:lnTo>
                  <a:lnTo>
                    <a:pt x="2710280" y="2552333"/>
                  </a:lnTo>
                  <a:lnTo>
                    <a:pt x="2680532" y="2585721"/>
                  </a:lnTo>
                  <a:lnTo>
                    <a:pt x="2649842" y="2618231"/>
                  </a:lnTo>
                  <a:lnTo>
                    <a:pt x="2618231" y="2649842"/>
                  </a:lnTo>
                  <a:lnTo>
                    <a:pt x="2585721" y="2680532"/>
                  </a:lnTo>
                  <a:lnTo>
                    <a:pt x="2552333" y="2710280"/>
                  </a:lnTo>
                  <a:lnTo>
                    <a:pt x="2518087" y="2739065"/>
                  </a:lnTo>
                  <a:lnTo>
                    <a:pt x="2483007" y="2766864"/>
                  </a:lnTo>
                  <a:lnTo>
                    <a:pt x="2447112" y="2793657"/>
                  </a:lnTo>
                  <a:lnTo>
                    <a:pt x="2410424" y="2819423"/>
                  </a:lnTo>
                  <a:lnTo>
                    <a:pt x="2372965" y="2844140"/>
                  </a:lnTo>
                  <a:lnTo>
                    <a:pt x="2334756" y="2867787"/>
                  </a:lnTo>
                  <a:lnTo>
                    <a:pt x="2295818" y="2890342"/>
                  </a:lnTo>
                  <a:lnTo>
                    <a:pt x="2256172" y="2911785"/>
                  </a:lnTo>
                  <a:lnTo>
                    <a:pt x="2215841" y="2932093"/>
                  </a:lnTo>
                  <a:lnTo>
                    <a:pt x="2174845" y="2951246"/>
                  </a:lnTo>
                  <a:lnTo>
                    <a:pt x="2133205" y="2969221"/>
                  </a:lnTo>
                  <a:lnTo>
                    <a:pt x="2090943" y="2985999"/>
                  </a:lnTo>
                  <a:lnTo>
                    <a:pt x="2048081" y="3001557"/>
                  </a:lnTo>
                  <a:lnTo>
                    <a:pt x="2004639" y="3015874"/>
                  </a:lnTo>
                  <a:lnTo>
                    <a:pt x="1960639" y="3028929"/>
                  </a:lnTo>
                  <a:lnTo>
                    <a:pt x="1916103" y="3040700"/>
                  </a:lnTo>
                  <a:lnTo>
                    <a:pt x="1871051" y="3051166"/>
                  </a:lnTo>
                  <a:lnTo>
                    <a:pt x="1825505" y="3060306"/>
                  </a:lnTo>
                  <a:lnTo>
                    <a:pt x="1779486" y="3068099"/>
                  </a:lnTo>
                  <a:lnTo>
                    <a:pt x="1733016" y="3074522"/>
                  </a:lnTo>
                  <a:lnTo>
                    <a:pt x="1686116" y="3079555"/>
                  </a:lnTo>
                  <a:lnTo>
                    <a:pt x="1638808" y="3083177"/>
                  </a:lnTo>
                  <a:lnTo>
                    <a:pt x="1591112" y="3085365"/>
                  </a:lnTo>
                  <a:lnTo>
                    <a:pt x="1543049" y="3086100"/>
                  </a:lnTo>
                  <a:close/>
                </a:path>
              </a:pathLst>
            </a:custGeom>
            <a:solidFill>
              <a:srgbClr val="FF5757">
                <a:alpha val="207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3491159" y="4861293"/>
              <a:ext cx="3086100" cy="3086100"/>
            </a:xfrm>
            <a:custGeom>
              <a:avLst/>
              <a:gdLst/>
              <a:ahLst/>
              <a:cxnLst/>
              <a:rect l="l" t="t" r="r" b="b"/>
              <a:pathLst>
                <a:path w="3086100" h="3086100">
                  <a:moveTo>
                    <a:pt x="1543050" y="3086099"/>
                  </a:moveTo>
                  <a:lnTo>
                    <a:pt x="1494987" y="3085365"/>
                  </a:lnTo>
                  <a:lnTo>
                    <a:pt x="1447291" y="3083177"/>
                  </a:lnTo>
                  <a:lnTo>
                    <a:pt x="1399983" y="3079555"/>
                  </a:lnTo>
                  <a:lnTo>
                    <a:pt x="1353083" y="3074522"/>
                  </a:lnTo>
                  <a:lnTo>
                    <a:pt x="1306613" y="3068099"/>
                  </a:lnTo>
                  <a:lnTo>
                    <a:pt x="1260594" y="3060306"/>
                  </a:lnTo>
                  <a:lnTo>
                    <a:pt x="1215048" y="3051166"/>
                  </a:lnTo>
                  <a:lnTo>
                    <a:pt x="1169996" y="3040700"/>
                  </a:lnTo>
                  <a:lnTo>
                    <a:pt x="1125460" y="3028929"/>
                  </a:lnTo>
                  <a:lnTo>
                    <a:pt x="1081460" y="3015874"/>
                  </a:lnTo>
                  <a:lnTo>
                    <a:pt x="1038018" y="3001557"/>
                  </a:lnTo>
                  <a:lnTo>
                    <a:pt x="995156" y="2985999"/>
                  </a:lnTo>
                  <a:lnTo>
                    <a:pt x="952894" y="2969221"/>
                  </a:lnTo>
                  <a:lnTo>
                    <a:pt x="911254" y="2951246"/>
                  </a:lnTo>
                  <a:lnTo>
                    <a:pt x="870258" y="2932093"/>
                  </a:lnTo>
                  <a:lnTo>
                    <a:pt x="829927" y="2911785"/>
                  </a:lnTo>
                  <a:lnTo>
                    <a:pt x="790281" y="2890342"/>
                  </a:lnTo>
                  <a:lnTo>
                    <a:pt x="751343" y="2867787"/>
                  </a:lnTo>
                  <a:lnTo>
                    <a:pt x="713134" y="2844140"/>
                  </a:lnTo>
                  <a:lnTo>
                    <a:pt x="675675" y="2819423"/>
                  </a:lnTo>
                  <a:lnTo>
                    <a:pt x="638987" y="2793657"/>
                  </a:lnTo>
                  <a:lnTo>
                    <a:pt x="603092" y="2766864"/>
                  </a:lnTo>
                  <a:lnTo>
                    <a:pt x="568012" y="2739065"/>
                  </a:lnTo>
                  <a:lnTo>
                    <a:pt x="533766" y="2710280"/>
                  </a:lnTo>
                  <a:lnTo>
                    <a:pt x="500378" y="2680532"/>
                  </a:lnTo>
                  <a:lnTo>
                    <a:pt x="467868" y="2649842"/>
                  </a:lnTo>
                  <a:lnTo>
                    <a:pt x="436257" y="2618231"/>
                  </a:lnTo>
                  <a:lnTo>
                    <a:pt x="405567" y="2585721"/>
                  </a:lnTo>
                  <a:lnTo>
                    <a:pt x="375819" y="2552333"/>
                  </a:lnTo>
                  <a:lnTo>
                    <a:pt x="347034" y="2518087"/>
                  </a:lnTo>
                  <a:lnTo>
                    <a:pt x="319235" y="2483007"/>
                  </a:lnTo>
                  <a:lnTo>
                    <a:pt x="292441" y="2447112"/>
                  </a:lnTo>
                  <a:lnTo>
                    <a:pt x="266676" y="2410424"/>
                  </a:lnTo>
                  <a:lnTo>
                    <a:pt x="241959" y="2372965"/>
                  </a:lnTo>
                  <a:lnTo>
                    <a:pt x="218312" y="2334756"/>
                  </a:lnTo>
                  <a:lnTo>
                    <a:pt x="195757" y="2295818"/>
                  </a:lnTo>
                  <a:lnTo>
                    <a:pt x="174314" y="2256172"/>
                  </a:lnTo>
                  <a:lnTo>
                    <a:pt x="154006" y="2215841"/>
                  </a:lnTo>
                  <a:lnTo>
                    <a:pt x="134853" y="2174845"/>
                  </a:lnTo>
                  <a:lnTo>
                    <a:pt x="116878" y="2133205"/>
                  </a:lnTo>
                  <a:lnTo>
                    <a:pt x="100100" y="2090943"/>
                  </a:lnTo>
                  <a:lnTo>
                    <a:pt x="84542" y="2048081"/>
                  </a:lnTo>
                  <a:lnTo>
                    <a:pt x="70225" y="2004639"/>
                  </a:lnTo>
                  <a:lnTo>
                    <a:pt x="57170" y="1960639"/>
                  </a:lnTo>
                  <a:lnTo>
                    <a:pt x="45399" y="1916103"/>
                  </a:lnTo>
                  <a:lnTo>
                    <a:pt x="34933" y="1871051"/>
                  </a:lnTo>
                  <a:lnTo>
                    <a:pt x="25793" y="1825505"/>
                  </a:lnTo>
                  <a:lnTo>
                    <a:pt x="18000" y="1779486"/>
                  </a:lnTo>
                  <a:lnTo>
                    <a:pt x="11577" y="1733016"/>
                  </a:lnTo>
                  <a:lnTo>
                    <a:pt x="6544" y="1686116"/>
                  </a:lnTo>
                  <a:lnTo>
                    <a:pt x="2922" y="1638808"/>
                  </a:lnTo>
                  <a:lnTo>
                    <a:pt x="734" y="1591112"/>
                  </a:lnTo>
                  <a:lnTo>
                    <a:pt x="0" y="1543049"/>
                  </a:lnTo>
                  <a:lnTo>
                    <a:pt x="734" y="1494987"/>
                  </a:lnTo>
                  <a:lnTo>
                    <a:pt x="2922" y="1447291"/>
                  </a:lnTo>
                  <a:lnTo>
                    <a:pt x="6544" y="1399983"/>
                  </a:lnTo>
                  <a:lnTo>
                    <a:pt x="11577" y="1353083"/>
                  </a:lnTo>
                  <a:lnTo>
                    <a:pt x="18000" y="1306613"/>
                  </a:lnTo>
                  <a:lnTo>
                    <a:pt x="25793" y="1260594"/>
                  </a:lnTo>
                  <a:lnTo>
                    <a:pt x="34933" y="1215048"/>
                  </a:lnTo>
                  <a:lnTo>
                    <a:pt x="45399" y="1169996"/>
                  </a:lnTo>
                  <a:lnTo>
                    <a:pt x="57170" y="1125460"/>
                  </a:lnTo>
                  <a:lnTo>
                    <a:pt x="70225" y="1081460"/>
                  </a:lnTo>
                  <a:lnTo>
                    <a:pt x="84542" y="1038018"/>
                  </a:lnTo>
                  <a:lnTo>
                    <a:pt x="100100" y="995156"/>
                  </a:lnTo>
                  <a:lnTo>
                    <a:pt x="116878" y="952894"/>
                  </a:lnTo>
                  <a:lnTo>
                    <a:pt x="134853" y="911254"/>
                  </a:lnTo>
                  <a:lnTo>
                    <a:pt x="154006" y="870258"/>
                  </a:lnTo>
                  <a:lnTo>
                    <a:pt x="174314" y="829927"/>
                  </a:lnTo>
                  <a:lnTo>
                    <a:pt x="195757" y="790281"/>
                  </a:lnTo>
                  <a:lnTo>
                    <a:pt x="218312" y="751343"/>
                  </a:lnTo>
                  <a:lnTo>
                    <a:pt x="241959" y="713134"/>
                  </a:lnTo>
                  <a:lnTo>
                    <a:pt x="266676" y="675675"/>
                  </a:lnTo>
                  <a:lnTo>
                    <a:pt x="292441" y="638987"/>
                  </a:lnTo>
                  <a:lnTo>
                    <a:pt x="319235" y="603092"/>
                  </a:lnTo>
                  <a:lnTo>
                    <a:pt x="347034" y="568012"/>
                  </a:lnTo>
                  <a:lnTo>
                    <a:pt x="375819" y="533766"/>
                  </a:lnTo>
                  <a:lnTo>
                    <a:pt x="405567" y="500378"/>
                  </a:lnTo>
                  <a:lnTo>
                    <a:pt x="436257" y="467868"/>
                  </a:lnTo>
                  <a:lnTo>
                    <a:pt x="467868" y="436257"/>
                  </a:lnTo>
                  <a:lnTo>
                    <a:pt x="500378" y="405567"/>
                  </a:lnTo>
                  <a:lnTo>
                    <a:pt x="533766" y="375819"/>
                  </a:lnTo>
                  <a:lnTo>
                    <a:pt x="568012" y="347034"/>
                  </a:lnTo>
                  <a:lnTo>
                    <a:pt x="603092" y="319235"/>
                  </a:lnTo>
                  <a:lnTo>
                    <a:pt x="638987" y="292441"/>
                  </a:lnTo>
                  <a:lnTo>
                    <a:pt x="675675" y="266676"/>
                  </a:lnTo>
                  <a:lnTo>
                    <a:pt x="713134" y="241959"/>
                  </a:lnTo>
                  <a:lnTo>
                    <a:pt x="751343" y="218312"/>
                  </a:lnTo>
                  <a:lnTo>
                    <a:pt x="790281" y="195757"/>
                  </a:lnTo>
                  <a:lnTo>
                    <a:pt x="829927" y="174314"/>
                  </a:lnTo>
                  <a:lnTo>
                    <a:pt x="870258" y="154006"/>
                  </a:lnTo>
                  <a:lnTo>
                    <a:pt x="911254" y="134853"/>
                  </a:lnTo>
                  <a:lnTo>
                    <a:pt x="952894" y="116878"/>
                  </a:lnTo>
                  <a:lnTo>
                    <a:pt x="995156" y="100100"/>
                  </a:lnTo>
                  <a:lnTo>
                    <a:pt x="1038018" y="84542"/>
                  </a:lnTo>
                  <a:lnTo>
                    <a:pt x="1081460" y="70225"/>
                  </a:lnTo>
                  <a:lnTo>
                    <a:pt x="1125460" y="57170"/>
                  </a:lnTo>
                  <a:lnTo>
                    <a:pt x="1169996" y="45399"/>
                  </a:lnTo>
                  <a:lnTo>
                    <a:pt x="1215048" y="34933"/>
                  </a:lnTo>
                  <a:lnTo>
                    <a:pt x="1260594" y="25793"/>
                  </a:lnTo>
                  <a:lnTo>
                    <a:pt x="1306613" y="18000"/>
                  </a:lnTo>
                  <a:lnTo>
                    <a:pt x="1353083" y="11577"/>
                  </a:lnTo>
                  <a:lnTo>
                    <a:pt x="1399983" y="6544"/>
                  </a:lnTo>
                  <a:lnTo>
                    <a:pt x="1447291" y="2922"/>
                  </a:lnTo>
                  <a:lnTo>
                    <a:pt x="1494987" y="734"/>
                  </a:lnTo>
                  <a:lnTo>
                    <a:pt x="1543050" y="0"/>
                  </a:lnTo>
                  <a:lnTo>
                    <a:pt x="1591112" y="734"/>
                  </a:lnTo>
                  <a:lnTo>
                    <a:pt x="1638808" y="2922"/>
                  </a:lnTo>
                  <a:lnTo>
                    <a:pt x="1686116" y="6544"/>
                  </a:lnTo>
                  <a:lnTo>
                    <a:pt x="1733016" y="11577"/>
                  </a:lnTo>
                  <a:lnTo>
                    <a:pt x="1779486" y="18000"/>
                  </a:lnTo>
                  <a:lnTo>
                    <a:pt x="1825505" y="25793"/>
                  </a:lnTo>
                  <a:lnTo>
                    <a:pt x="1871051" y="34933"/>
                  </a:lnTo>
                  <a:lnTo>
                    <a:pt x="1916103" y="45399"/>
                  </a:lnTo>
                  <a:lnTo>
                    <a:pt x="1960639" y="57170"/>
                  </a:lnTo>
                  <a:lnTo>
                    <a:pt x="2004639" y="70225"/>
                  </a:lnTo>
                  <a:lnTo>
                    <a:pt x="2048081" y="84542"/>
                  </a:lnTo>
                  <a:lnTo>
                    <a:pt x="2090943" y="100100"/>
                  </a:lnTo>
                  <a:lnTo>
                    <a:pt x="2133205" y="116878"/>
                  </a:lnTo>
                  <a:lnTo>
                    <a:pt x="2174845" y="134853"/>
                  </a:lnTo>
                  <a:lnTo>
                    <a:pt x="2215841" y="154006"/>
                  </a:lnTo>
                  <a:lnTo>
                    <a:pt x="2256172" y="174314"/>
                  </a:lnTo>
                  <a:lnTo>
                    <a:pt x="2295818" y="195757"/>
                  </a:lnTo>
                  <a:lnTo>
                    <a:pt x="2334756" y="218312"/>
                  </a:lnTo>
                  <a:lnTo>
                    <a:pt x="2372965" y="241959"/>
                  </a:lnTo>
                  <a:lnTo>
                    <a:pt x="2410424" y="266676"/>
                  </a:lnTo>
                  <a:lnTo>
                    <a:pt x="2447112" y="292441"/>
                  </a:lnTo>
                  <a:lnTo>
                    <a:pt x="2483007" y="319235"/>
                  </a:lnTo>
                  <a:lnTo>
                    <a:pt x="2518087" y="347034"/>
                  </a:lnTo>
                  <a:lnTo>
                    <a:pt x="2552333" y="375819"/>
                  </a:lnTo>
                  <a:lnTo>
                    <a:pt x="2585721" y="405567"/>
                  </a:lnTo>
                  <a:lnTo>
                    <a:pt x="2618231" y="436257"/>
                  </a:lnTo>
                  <a:lnTo>
                    <a:pt x="2649842" y="467868"/>
                  </a:lnTo>
                  <a:lnTo>
                    <a:pt x="2680532" y="500378"/>
                  </a:lnTo>
                  <a:lnTo>
                    <a:pt x="2710280" y="533766"/>
                  </a:lnTo>
                  <a:lnTo>
                    <a:pt x="2739065" y="568012"/>
                  </a:lnTo>
                  <a:lnTo>
                    <a:pt x="2766864" y="603092"/>
                  </a:lnTo>
                  <a:lnTo>
                    <a:pt x="2793657" y="638987"/>
                  </a:lnTo>
                  <a:lnTo>
                    <a:pt x="2819423" y="675675"/>
                  </a:lnTo>
                  <a:lnTo>
                    <a:pt x="2844140" y="713134"/>
                  </a:lnTo>
                  <a:lnTo>
                    <a:pt x="2867787" y="751343"/>
                  </a:lnTo>
                  <a:lnTo>
                    <a:pt x="2890342" y="790281"/>
                  </a:lnTo>
                  <a:lnTo>
                    <a:pt x="2911785" y="829927"/>
                  </a:lnTo>
                  <a:lnTo>
                    <a:pt x="2932093" y="870258"/>
                  </a:lnTo>
                  <a:lnTo>
                    <a:pt x="2951246" y="911254"/>
                  </a:lnTo>
                  <a:lnTo>
                    <a:pt x="2969221" y="952894"/>
                  </a:lnTo>
                  <a:lnTo>
                    <a:pt x="2985999" y="995156"/>
                  </a:lnTo>
                  <a:lnTo>
                    <a:pt x="3001557" y="1038018"/>
                  </a:lnTo>
                  <a:lnTo>
                    <a:pt x="3015874" y="1081460"/>
                  </a:lnTo>
                  <a:lnTo>
                    <a:pt x="3028929" y="1125460"/>
                  </a:lnTo>
                  <a:lnTo>
                    <a:pt x="3040700" y="1169996"/>
                  </a:lnTo>
                  <a:lnTo>
                    <a:pt x="3051166" y="1215048"/>
                  </a:lnTo>
                  <a:lnTo>
                    <a:pt x="3060306" y="1260594"/>
                  </a:lnTo>
                  <a:lnTo>
                    <a:pt x="3068099" y="1306613"/>
                  </a:lnTo>
                  <a:lnTo>
                    <a:pt x="3074522" y="1353083"/>
                  </a:lnTo>
                  <a:lnTo>
                    <a:pt x="3079555" y="1399983"/>
                  </a:lnTo>
                  <a:lnTo>
                    <a:pt x="3083177" y="1447291"/>
                  </a:lnTo>
                  <a:lnTo>
                    <a:pt x="3085365" y="1494987"/>
                  </a:lnTo>
                  <a:lnTo>
                    <a:pt x="3086100" y="1543049"/>
                  </a:lnTo>
                  <a:lnTo>
                    <a:pt x="3085365" y="1591112"/>
                  </a:lnTo>
                  <a:lnTo>
                    <a:pt x="3083177" y="1638808"/>
                  </a:lnTo>
                  <a:lnTo>
                    <a:pt x="3079555" y="1686116"/>
                  </a:lnTo>
                  <a:lnTo>
                    <a:pt x="3074522" y="1733016"/>
                  </a:lnTo>
                  <a:lnTo>
                    <a:pt x="3068099" y="1779486"/>
                  </a:lnTo>
                  <a:lnTo>
                    <a:pt x="3060306" y="1825505"/>
                  </a:lnTo>
                  <a:lnTo>
                    <a:pt x="3051166" y="1871051"/>
                  </a:lnTo>
                  <a:lnTo>
                    <a:pt x="3040700" y="1916103"/>
                  </a:lnTo>
                  <a:lnTo>
                    <a:pt x="3028929" y="1960639"/>
                  </a:lnTo>
                  <a:lnTo>
                    <a:pt x="3015874" y="2004639"/>
                  </a:lnTo>
                  <a:lnTo>
                    <a:pt x="3001557" y="2048081"/>
                  </a:lnTo>
                  <a:lnTo>
                    <a:pt x="2985999" y="2090943"/>
                  </a:lnTo>
                  <a:lnTo>
                    <a:pt x="2969221" y="2133205"/>
                  </a:lnTo>
                  <a:lnTo>
                    <a:pt x="2951246" y="2174845"/>
                  </a:lnTo>
                  <a:lnTo>
                    <a:pt x="2932093" y="2215841"/>
                  </a:lnTo>
                  <a:lnTo>
                    <a:pt x="2911785" y="2256172"/>
                  </a:lnTo>
                  <a:lnTo>
                    <a:pt x="2890342" y="2295818"/>
                  </a:lnTo>
                  <a:lnTo>
                    <a:pt x="2867787" y="2334756"/>
                  </a:lnTo>
                  <a:lnTo>
                    <a:pt x="2844140" y="2372965"/>
                  </a:lnTo>
                  <a:lnTo>
                    <a:pt x="2819423" y="2410424"/>
                  </a:lnTo>
                  <a:lnTo>
                    <a:pt x="2793657" y="2447112"/>
                  </a:lnTo>
                  <a:lnTo>
                    <a:pt x="2766864" y="2483007"/>
                  </a:lnTo>
                  <a:lnTo>
                    <a:pt x="2739065" y="2518087"/>
                  </a:lnTo>
                  <a:lnTo>
                    <a:pt x="2710280" y="2552333"/>
                  </a:lnTo>
                  <a:lnTo>
                    <a:pt x="2680532" y="2585721"/>
                  </a:lnTo>
                  <a:lnTo>
                    <a:pt x="2649842" y="2618231"/>
                  </a:lnTo>
                  <a:lnTo>
                    <a:pt x="2618231" y="2649842"/>
                  </a:lnTo>
                  <a:lnTo>
                    <a:pt x="2585721" y="2680532"/>
                  </a:lnTo>
                  <a:lnTo>
                    <a:pt x="2552333" y="2710280"/>
                  </a:lnTo>
                  <a:lnTo>
                    <a:pt x="2518087" y="2739065"/>
                  </a:lnTo>
                  <a:lnTo>
                    <a:pt x="2483007" y="2766864"/>
                  </a:lnTo>
                  <a:lnTo>
                    <a:pt x="2447112" y="2793657"/>
                  </a:lnTo>
                  <a:lnTo>
                    <a:pt x="2410424" y="2819423"/>
                  </a:lnTo>
                  <a:lnTo>
                    <a:pt x="2372965" y="2844140"/>
                  </a:lnTo>
                  <a:lnTo>
                    <a:pt x="2334756" y="2867787"/>
                  </a:lnTo>
                  <a:lnTo>
                    <a:pt x="2295818" y="2890342"/>
                  </a:lnTo>
                  <a:lnTo>
                    <a:pt x="2256172" y="2911785"/>
                  </a:lnTo>
                  <a:lnTo>
                    <a:pt x="2215841" y="2932093"/>
                  </a:lnTo>
                  <a:lnTo>
                    <a:pt x="2174845" y="2951246"/>
                  </a:lnTo>
                  <a:lnTo>
                    <a:pt x="2133205" y="2969221"/>
                  </a:lnTo>
                  <a:lnTo>
                    <a:pt x="2090943" y="2985999"/>
                  </a:lnTo>
                  <a:lnTo>
                    <a:pt x="2048081" y="3001557"/>
                  </a:lnTo>
                  <a:lnTo>
                    <a:pt x="2004639" y="3015874"/>
                  </a:lnTo>
                  <a:lnTo>
                    <a:pt x="1960639" y="3028929"/>
                  </a:lnTo>
                  <a:lnTo>
                    <a:pt x="1916103" y="3040700"/>
                  </a:lnTo>
                  <a:lnTo>
                    <a:pt x="1871051" y="3051166"/>
                  </a:lnTo>
                  <a:lnTo>
                    <a:pt x="1825505" y="3060306"/>
                  </a:lnTo>
                  <a:lnTo>
                    <a:pt x="1779486" y="3068099"/>
                  </a:lnTo>
                  <a:lnTo>
                    <a:pt x="1733016" y="3074522"/>
                  </a:lnTo>
                  <a:lnTo>
                    <a:pt x="1686116" y="3079555"/>
                  </a:lnTo>
                  <a:lnTo>
                    <a:pt x="1638808" y="3083177"/>
                  </a:lnTo>
                  <a:lnTo>
                    <a:pt x="1591112" y="3085365"/>
                  </a:lnTo>
                  <a:lnTo>
                    <a:pt x="1543050" y="3086099"/>
                  </a:lnTo>
                  <a:close/>
                </a:path>
              </a:pathLst>
            </a:custGeom>
            <a:solidFill>
              <a:srgbClr val="7418BD">
                <a:alpha val="25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3491159" y="7753423"/>
              <a:ext cx="3086100" cy="2533650"/>
            </a:xfrm>
            <a:custGeom>
              <a:avLst/>
              <a:gdLst/>
              <a:ahLst/>
              <a:cxnLst/>
              <a:rect l="l" t="t" r="r" b="b"/>
              <a:pathLst>
                <a:path w="3086100" h="2533650">
                  <a:moveTo>
                    <a:pt x="2726046" y="2533576"/>
                  </a:moveTo>
                  <a:lnTo>
                    <a:pt x="360053" y="2533576"/>
                  </a:lnTo>
                  <a:lnTo>
                    <a:pt x="347034" y="2518087"/>
                  </a:lnTo>
                  <a:lnTo>
                    <a:pt x="319235" y="2483007"/>
                  </a:lnTo>
                  <a:lnTo>
                    <a:pt x="292441" y="2447112"/>
                  </a:lnTo>
                  <a:lnTo>
                    <a:pt x="266676" y="2410424"/>
                  </a:lnTo>
                  <a:lnTo>
                    <a:pt x="241959" y="2372965"/>
                  </a:lnTo>
                  <a:lnTo>
                    <a:pt x="218312" y="2334756"/>
                  </a:lnTo>
                  <a:lnTo>
                    <a:pt x="195757" y="2295818"/>
                  </a:lnTo>
                  <a:lnTo>
                    <a:pt x="174314" y="2256172"/>
                  </a:lnTo>
                  <a:lnTo>
                    <a:pt x="154006" y="2215841"/>
                  </a:lnTo>
                  <a:lnTo>
                    <a:pt x="134853" y="2174845"/>
                  </a:lnTo>
                  <a:lnTo>
                    <a:pt x="116878" y="2133205"/>
                  </a:lnTo>
                  <a:lnTo>
                    <a:pt x="100100" y="2090943"/>
                  </a:lnTo>
                  <a:lnTo>
                    <a:pt x="84542" y="2048081"/>
                  </a:lnTo>
                  <a:lnTo>
                    <a:pt x="70225" y="2004639"/>
                  </a:lnTo>
                  <a:lnTo>
                    <a:pt x="57170" y="1960639"/>
                  </a:lnTo>
                  <a:lnTo>
                    <a:pt x="45399" y="1916103"/>
                  </a:lnTo>
                  <a:lnTo>
                    <a:pt x="34933" y="1871051"/>
                  </a:lnTo>
                  <a:lnTo>
                    <a:pt x="25793" y="1825505"/>
                  </a:lnTo>
                  <a:lnTo>
                    <a:pt x="18000" y="1779486"/>
                  </a:lnTo>
                  <a:lnTo>
                    <a:pt x="11577" y="1733016"/>
                  </a:lnTo>
                  <a:lnTo>
                    <a:pt x="6544" y="1686116"/>
                  </a:lnTo>
                  <a:lnTo>
                    <a:pt x="2922" y="1638808"/>
                  </a:lnTo>
                  <a:lnTo>
                    <a:pt x="734" y="1591112"/>
                  </a:lnTo>
                  <a:lnTo>
                    <a:pt x="0" y="1543049"/>
                  </a:lnTo>
                  <a:lnTo>
                    <a:pt x="734" y="1494987"/>
                  </a:lnTo>
                  <a:lnTo>
                    <a:pt x="2922" y="1447291"/>
                  </a:lnTo>
                  <a:lnTo>
                    <a:pt x="6544" y="1399983"/>
                  </a:lnTo>
                  <a:lnTo>
                    <a:pt x="11577" y="1353083"/>
                  </a:lnTo>
                  <a:lnTo>
                    <a:pt x="18000" y="1306613"/>
                  </a:lnTo>
                  <a:lnTo>
                    <a:pt x="25793" y="1260594"/>
                  </a:lnTo>
                  <a:lnTo>
                    <a:pt x="34933" y="1215048"/>
                  </a:lnTo>
                  <a:lnTo>
                    <a:pt x="45399" y="1169996"/>
                  </a:lnTo>
                  <a:lnTo>
                    <a:pt x="57170" y="1125460"/>
                  </a:lnTo>
                  <a:lnTo>
                    <a:pt x="70225" y="1081460"/>
                  </a:lnTo>
                  <a:lnTo>
                    <a:pt x="84542" y="1038018"/>
                  </a:lnTo>
                  <a:lnTo>
                    <a:pt x="100100" y="995156"/>
                  </a:lnTo>
                  <a:lnTo>
                    <a:pt x="116878" y="952894"/>
                  </a:lnTo>
                  <a:lnTo>
                    <a:pt x="134853" y="911254"/>
                  </a:lnTo>
                  <a:lnTo>
                    <a:pt x="154006" y="870258"/>
                  </a:lnTo>
                  <a:lnTo>
                    <a:pt x="174314" y="829927"/>
                  </a:lnTo>
                  <a:lnTo>
                    <a:pt x="195757" y="790281"/>
                  </a:lnTo>
                  <a:lnTo>
                    <a:pt x="218312" y="751343"/>
                  </a:lnTo>
                  <a:lnTo>
                    <a:pt x="241959" y="713134"/>
                  </a:lnTo>
                  <a:lnTo>
                    <a:pt x="266676" y="675675"/>
                  </a:lnTo>
                  <a:lnTo>
                    <a:pt x="292441" y="638987"/>
                  </a:lnTo>
                  <a:lnTo>
                    <a:pt x="319235" y="603092"/>
                  </a:lnTo>
                  <a:lnTo>
                    <a:pt x="347034" y="568012"/>
                  </a:lnTo>
                  <a:lnTo>
                    <a:pt x="375819" y="533766"/>
                  </a:lnTo>
                  <a:lnTo>
                    <a:pt x="405567" y="500378"/>
                  </a:lnTo>
                  <a:lnTo>
                    <a:pt x="436257" y="467868"/>
                  </a:lnTo>
                  <a:lnTo>
                    <a:pt x="467868" y="436257"/>
                  </a:lnTo>
                  <a:lnTo>
                    <a:pt x="500378" y="405567"/>
                  </a:lnTo>
                  <a:lnTo>
                    <a:pt x="533766" y="375819"/>
                  </a:lnTo>
                  <a:lnTo>
                    <a:pt x="568012" y="347034"/>
                  </a:lnTo>
                  <a:lnTo>
                    <a:pt x="603092" y="319235"/>
                  </a:lnTo>
                  <a:lnTo>
                    <a:pt x="638987" y="292441"/>
                  </a:lnTo>
                  <a:lnTo>
                    <a:pt x="675675" y="266676"/>
                  </a:lnTo>
                  <a:lnTo>
                    <a:pt x="713134" y="241959"/>
                  </a:lnTo>
                  <a:lnTo>
                    <a:pt x="751343" y="218312"/>
                  </a:lnTo>
                  <a:lnTo>
                    <a:pt x="790281" y="195757"/>
                  </a:lnTo>
                  <a:lnTo>
                    <a:pt x="829927" y="174314"/>
                  </a:lnTo>
                  <a:lnTo>
                    <a:pt x="870258" y="154006"/>
                  </a:lnTo>
                  <a:lnTo>
                    <a:pt x="911254" y="134853"/>
                  </a:lnTo>
                  <a:lnTo>
                    <a:pt x="952894" y="116878"/>
                  </a:lnTo>
                  <a:lnTo>
                    <a:pt x="995156" y="100100"/>
                  </a:lnTo>
                  <a:lnTo>
                    <a:pt x="1038018" y="84542"/>
                  </a:lnTo>
                  <a:lnTo>
                    <a:pt x="1081460" y="70225"/>
                  </a:lnTo>
                  <a:lnTo>
                    <a:pt x="1125460" y="57170"/>
                  </a:lnTo>
                  <a:lnTo>
                    <a:pt x="1169996" y="45399"/>
                  </a:lnTo>
                  <a:lnTo>
                    <a:pt x="1215048" y="34933"/>
                  </a:lnTo>
                  <a:lnTo>
                    <a:pt x="1260594" y="25793"/>
                  </a:lnTo>
                  <a:lnTo>
                    <a:pt x="1306613" y="18000"/>
                  </a:lnTo>
                  <a:lnTo>
                    <a:pt x="1353083" y="11577"/>
                  </a:lnTo>
                  <a:lnTo>
                    <a:pt x="1399983" y="6544"/>
                  </a:lnTo>
                  <a:lnTo>
                    <a:pt x="1447291" y="2922"/>
                  </a:lnTo>
                  <a:lnTo>
                    <a:pt x="1494987" y="734"/>
                  </a:lnTo>
                  <a:lnTo>
                    <a:pt x="1543050" y="0"/>
                  </a:lnTo>
                  <a:lnTo>
                    <a:pt x="1591112" y="734"/>
                  </a:lnTo>
                  <a:lnTo>
                    <a:pt x="1638808" y="2922"/>
                  </a:lnTo>
                  <a:lnTo>
                    <a:pt x="1686116" y="6544"/>
                  </a:lnTo>
                  <a:lnTo>
                    <a:pt x="1733016" y="11577"/>
                  </a:lnTo>
                  <a:lnTo>
                    <a:pt x="1779486" y="18000"/>
                  </a:lnTo>
                  <a:lnTo>
                    <a:pt x="1825505" y="25793"/>
                  </a:lnTo>
                  <a:lnTo>
                    <a:pt x="1871051" y="34933"/>
                  </a:lnTo>
                  <a:lnTo>
                    <a:pt x="1916103" y="45399"/>
                  </a:lnTo>
                  <a:lnTo>
                    <a:pt x="1960639" y="57170"/>
                  </a:lnTo>
                  <a:lnTo>
                    <a:pt x="2004639" y="70225"/>
                  </a:lnTo>
                  <a:lnTo>
                    <a:pt x="2048081" y="84542"/>
                  </a:lnTo>
                  <a:lnTo>
                    <a:pt x="2090943" y="100100"/>
                  </a:lnTo>
                  <a:lnTo>
                    <a:pt x="2133205" y="116878"/>
                  </a:lnTo>
                  <a:lnTo>
                    <a:pt x="2174845" y="134853"/>
                  </a:lnTo>
                  <a:lnTo>
                    <a:pt x="2215841" y="154006"/>
                  </a:lnTo>
                  <a:lnTo>
                    <a:pt x="2256172" y="174314"/>
                  </a:lnTo>
                  <a:lnTo>
                    <a:pt x="2295818" y="195757"/>
                  </a:lnTo>
                  <a:lnTo>
                    <a:pt x="2334756" y="218312"/>
                  </a:lnTo>
                  <a:lnTo>
                    <a:pt x="2372965" y="241959"/>
                  </a:lnTo>
                  <a:lnTo>
                    <a:pt x="2410424" y="266676"/>
                  </a:lnTo>
                  <a:lnTo>
                    <a:pt x="2447112" y="292441"/>
                  </a:lnTo>
                  <a:lnTo>
                    <a:pt x="2483007" y="319235"/>
                  </a:lnTo>
                  <a:lnTo>
                    <a:pt x="2518087" y="347034"/>
                  </a:lnTo>
                  <a:lnTo>
                    <a:pt x="2552333" y="375819"/>
                  </a:lnTo>
                  <a:lnTo>
                    <a:pt x="2585721" y="405567"/>
                  </a:lnTo>
                  <a:lnTo>
                    <a:pt x="2618231" y="436257"/>
                  </a:lnTo>
                  <a:lnTo>
                    <a:pt x="2649842" y="467868"/>
                  </a:lnTo>
                  <a:lnTo>
                    <a:pt x="2680532" y="500378"/>
                  </a:lnTo>
                  <a:lnTo>
                    <a:pt x="2710280" y="533766"/>
                  </a:lnTo>
                  <a:lnTo>
                    <a:pt x="2739065" y="568012"/>
                  </a:lnTo>
                  <a:lnTo>
                    <a:pt x="2766864" y="603092"/>
                  </a:lnTo>
                  <a:lnTo>
                    <a:pt x="2793657" y="638987"/>
                  </a:lnTo>
                  <a:lnTo>
                    <a:pt x="2819423" y="675675"/>
                  </a:lnTo>
                  <a:lnTo>
                    <a:pt x="2844140" y="713134"/>
                  </a:lnTo>
                  <a:lnTo>
                    <a:pt x="2867787" y="751343"/>
                  </a:lnTo>
                  <a:lnTo>
                    <a:pt x="2890342" y="790281"/>
                  </a:lnTo>
                  <a:lnTo>
                    <a:pt x="2911785" y="829927"/>
                  </a:lnTo>
                  <a:lnTo>
                    <a:pt x="2932093" y="870258"/>
                  </a:lnTo>
                  <a:lnTo>
                    <a:pt x="2951246" y="911254"/>
                  </a:lnTo>
                  <a:lnTo>
                    <a:pt x="2969221" y="952894"/>
                  </a:lnTo>
                  <a:lnTo>
                    <a:pt x="2985999" y="995156"/>
                  </a:lnTo>
                  <a:lnTo>
                    <a:pt x="3001557" y="1038018"/>
                  </a:lnTo>
                  <a:lnTo>
                    <a:pt x="3015874" y="1081460"/>
                  </a:lnTo>
                  <a:lnTo>
                    <a:pt x="3028929" y="1125460"/>
                  </a:lnTo>
                  <a:lnTo>
                    <a:pt x="3040700" y="1169996"/>
                  </a:lnTo>
                  <a:lnTo>
                    <a:pt x="3051166" y="1215048"/>
                  </a:lnTo>
                  <a:lnTo>
                    <a:pt x="3060306" y="1260594"/>
                  </a:lnTo>
                  <a:lnTo>
                    <a:pt x="3068099" y="1306613"/>
                  </a:lnTo>
                  <a:lnTo>
                    <a:pt x="3074522" y="1353083"/>
                  </a:lnTo>
                  <a:lnTo>
                    <a:pt x="3079555" y="1399983"/>
                  </a:lnTo>
                  <a:lnTo>
                    <a:pt x="3083177" y="1447291"/>
                  </a:lnTo>
                  <a:lnTo>
                    <a:pt x="3085365" y="1494987"/>
                  </a:lnTo>
                  <a:lnTo>
                    <a:pt x="3086099" y="1543049"/>
                  </a:lnTo>
                  <a:lnTo>
                    <a:pt x="3085365" y="1591112"/>
                  </a:lnTo>
                  <a:lnTo>
                    <a:pt x="3083177" y="1638808"/>
                  </a:lnTo>
                  <a:lnTo>
                    <a:pt x="3079555" y="1686116"/>
                  </a:lnTo>
                  <a:lnTo>
                    <a:pt x="3074522" y="1733016"/>
                  </a:lnTo>
                  <a:lnTo>
                    <a:pt x="3068099" y="1779486"/>
                  </a:lnTo>
                  <a:lnTo>
                    <a:pt x="3060306" y="1825505"/>
                  </a:lnTo>
                  <a:lnTo>
                    <a:pt x="3051166" y="1871051"/>
                  </a:lnTo>
                  <a:lnTo>
                    <a:pt x="3040700" y="1916103"/>
                  </a:lnTo>
                  <a:lnTo>
                    <a:pt x="3028929" y="1960639"/>
                  </a:lnTo>
                  <a:lnTo>
                    <a:pt x="3015874" y="2004639"/>
                  </a:lnTo>
                  <a:lnTo>
                    <a:pt x="3001557" y="2048081"/>
                  </a:lnTo>
                  <a:lnTo>
                    <a:pt x="2985999" y="2090943"/>
                  </a:lnTo>
                  <a:lnTo>
                    <a:pt x="2969221" y="2133205"/>
                  </a:lnTo>
                  <a:lnTo>
                    <a:pt x="2951246" y="2174845"/>
                  </a:lnTo>
                  <a:lnTo>
                    <a:pt x="2932093" y="2215841"/>
                  </a:lnTo>
                  <a:lnTo>
                    <a:pt x="2911785" y="2256172"/>
                  </a:lnTo>
                  <a:lnTo>
                    <a:pt x="2890342" y="2295818"/>
                  </a:lnTo>
                  <a:lnTo>
                    <a:pt x="2867787" y="2334756"/>
                  </a:lnTo>
                  <a:lnTo>
                    <a:pt x="2844140" y="2372965"/>
                  </a:lnTo>
                  <a:lnTo>
                    <a:pt x="2819423" y="2410424"/>
                  </a:lnTo>
                  <a:lnTo>
                    <a:pt x="2793657" y="2447112"/>
                  </a:lnTo>
                  <a:lnTo>
                    <a:pt x="2766864" y="2483007"/>
                  </a:lnTo>
                  <a:lnTo>
                    <a:pt x="2739065" y="2518087"/>
                  </a:lnTo>
                  <a:lnTo>
                    <a:pt x="2726046" y="2533576"/>
                  </a:lnTo>
                  <a:close/>
                </a:path>
              </a:pathLst>
            </a:custGeom>
            <a:solidFill>
              <a:srgbClr val="6FC731">
                <a:alpha val="263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14664366" y="2234958"/>
            <a:ext cx="98107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10" b="1">
                <a:latin typeface="Calibri"/>
                <a:cs typeface="Calibri"/>
              </a:rPr>
              <a:t>Desktop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941096" y="3149861"/>
            <a:ext cx="2225040" cy="1191260"/>
          </a:xfrm>
          <a:prstGeom prst="rect">
            <a:avLst/>
          </a:prstGeom>
        </p:spPr>
        <p:txBody>
          <a:bodyPr wrap="square" lIns="0" tIns="38100" rIns="0" bIns="0" rtlCol="0" vert="horz">
            <a:spAutoFit/>
          </a:bodyPr>
          <a:lstStyle/>
          <a:p>
            <a:pPr algn="ctr" marL="160655" marR="113030" indent="-40640">
              <a:lnSpc>
                <a:spcPts val="1500"/>
              </a:lnSpc>
              <a:spcBef>
                <a:spcPts val="300"/>
              </a:spcBef>
            </a:pPr>
            <a:r>
              <a:rPr dirty="0" sz="1400" i="1">
                <a:latin typeface="Calibri"/>
                <a:cs typeface="Calibri"/>
              </a:rPr>
              <a:t>Browser</a:t>
            </a:r>
            <a:r>
              <a:rPr dirty="0" sz="1400" spc="-30" i="1">
                <a:latin typeface="Calibri"/>
                <a:cs typeface="Calibri"/>
              </a:rPr>
              <a:t> </a:t>
            </a:r>
            <a:r>
              <a:rPr dirty="0" sz="1400" i="1">
                <a:latin typeface="Calibri"/>
                <a:cs typeface="Calibri"/>
              </a:rPr>
              <a:t>+</a:t>
            </a:r>
            <a:r>
              <a:rPr dirty="0" sz="1400" spc="-25" i="1">
                <a:latin typeface="Calibri"/>
                <a:cs typeface="Calibri"/>
              </a:rPr>
              <a:t> </a:t>
            </a:r>
            <a:r>
              <a:rPr dirty="0" sz="1400" i="1">
                <a:latin typeface="Calibri"/>
                <a:cs typeface="Calibri"/>
              </a:rPr>
              <a:t>VS</a:t>
            </a:r>
            <a:r>
              <a:rPr dirty="0" sz="1400" spc="-25" i="1">
                <a:latin typeface="Calibri"/>
                <a:cs typeface="Calibri"/>
              </a:rPr>
              <a:t> </a:t>
            </a:r>
            <a:r>
              <a:rPr dirty="0" sz="1400" i="1">
                <a:latin typeface="Calibri"/>
                <a:cs typeface="Calibri"/>
              </a:rPr>
              <a:t>Code</a:t>
            </a:r>
            <a:r>
              <a:rPr dirty="0" sz="1400" spc="-25" i="1">
                <a:latin typeface="Calibri"/>
                <a:cs typeface="Calibri"/>
              </a:rPr>
              <a:t> </a:t>
            </a:r>
            <a:r>
              <a:rPr dirty="0" sz="1400" i="1">
                <a:latin typeface="Calibri"/>
                <a:cs typeface="Calibri"/>
              </a:rPr>
              <a:t>are</a:t>
            </a:r>
            <a:r>
              <a:rPr dirty="0" sz="1400" spc="-25" i="1">
                <a:latin typeface="Calibri"/>
                <a:cs typeface="Calibri"/>
              </a:rPr>
              <a:t> the </a:t>
            </a:r>
            <a:r>
              <a:rPr dirty="0" sz="1400" spc="-10" i="1">
                <a:latin typeface="Calibri"/>
                <a:cs typeface="Calibri"/>
              </a:rPr>
              <a:t>primary implemented/demo</a:t>
            </a:r>
            <a:r>
              <a:rPr dirty="0" sz="1400" spc="-5" i="1">
                <a:latin typeface="Calibri"/>
                <a:cs typeface="Calibri"/>
              </a:rPr>
              <a:t> </a:t>
            </a:r>
            <a:r>
              <a:rPr dirty="0" sz="1400" spc="-10" i="1">
                <a:latin typeface="Calibri"/>
                <a:cs typeface="Calibri"/>
              </a:rPr>
              <a:t>layers;</a:t>
            </a:r>
            <a:endParaRPr sz="1400">
              <a:latin typeface="Calibri"/>
              <a:cs typeface="Calibri"/>
            </a:endParaRPr>
          </a:p>
          <a:p>
            <a:pPr algn="ctr" marL="12700" marR="5080">
              <a:lnSpc>
                <a:spcPts val="1500"/>
              </a:lnSpc>
            </a:pPr>
            <a:r>
              <a:rPr dirty="0" sz="1400" i="1">
                <a:latin typeface="Calibri"/>
                <a:cs typeface="Calibri"/>
              </a:rPr>
              <a:t>PDF,</a:t>
            </a:r>
            <a:r>
              <a:rPr dirty="0" sz="1400" spc="-45" i="1">
                <a:latin typeface="Calibri"/>
                <a:cs typeface="Calibri"/>
              </a:rPr>
              <a:t> </a:t>
            </a:r>
            <a:r>
              <a:rPr dirty="0" sz="1400" i="1">
                <a:latin typeface="Calibri"/>
                <a:cs typeface="Calibri"/>
              </a:rPr>
              <a:t>Excel</a:t>
            </a:r>
            <a:r>
              <a:rPr dirty="0" sz="1400" spc="-45" i="1">
                <a:latin typeface="Calibri"/>
                <a:cs typeface="Calibri"/>
              </a:rPr>
              <a:t> </a:t>
            </a:r>
            <a:r>
              <a:rPr dirty="0" sz="1400" i="1">
                <a:latin typeface="Calibri"/>
                <a:cs typeface="Calibri"/>
              </a:rPr>
              <a:t>and</a:t>
            </a:r>
            <a:r>
              <a:rPr dirty="0" sz="1400" spc="-45" i="1">
                <a:latin typeface="Calibri"/>
                <a:cs typeface="Calibri"/>
              </a:rPr>
              <a:t> </a:t>
            </a:r>
            <a:r>
              <a:rPr dirty="0" sz="1400" spc="-10" i="1">
                <a:latin typeface="Calibri"/>
                <a:cs typeface="Calibri"/>
              </a:rPr>
              <a:t>Email/Calendar </a:t>
            </a:r>
            <a:r>
              <a:rPr dirty="0" sz="1400" i="1">
                <a:latin typeface="Calibri"/>
                <a:cs typeface="Calibri"/>
              </a:rPr>
              <a:t>are</a:t>
            </a:r>
            <a:r>
              <a:rPr dirty="0" sz="1400" spc="-20" i="1">
                <a:latin typeface="Calibri"/>
                <a:cs typeface="Calibri"/>
              </a:rPr>
              <a:t> </a:t>
            </a:r>
            <a:r>
              <a:rPr dirty="0" sz="1400" spc="-10" i="1">
                <a:latin typeface="Calibri"/>
                <a:cs typeface="Calibri"/>
              </a:rPr>
              <a:t>extensions</a:t>
            </a:r>
            <a:endParaRPr sz="1400">
              <a:latin typeface="Calibri"/>
              <a:cs typeface="Calibri"/>
            </a:endParaRPr>
          </a:p>
          <a:p>
            <a:pPr algn="ctr" marL="40005">
              <a:lnSpc>
                <a:spcPts val="1480"/>
              </a:lnSpc>
            </a:pPr>
            <a:r>
              <a:rPr dirty="0" sz="1400" i="1">
                <a:latin typeface="Calibri"/>
                <a:cs typeface="Calibri"/>
              </a:rPr>
              <a:t>of</a:t>
            </a:r>
            <a:r>
              <a:rPr dirty="0" sz="1400" spc="-30" i="1">
                <a:latin typeface="Calibri"/>
                <a:cs typeface="Calibri"/>
              </a:rPr>
              <a:t> </a:t>
            </a:r>
            <a:r>
              <a:rPr dirty="0" sz="1400" i="1">
                <a:latin typeface="Calibri"/>
                <a:cs typeface="Calibri"/>
              </a:rPr>
              <a:t>the</a:t>
            </a:r>
            <a:r>
              <a:rPr dirty="0" sz="1400" spc="-30" i="1">
                <a:latin typeface="Calibri"/>
                <a:cs typeface="Calibri"/>
              </a:rPr>
              <a:t> </a:t>
            </a:r>
            <a:r>
              <a:rPr dirty="0" sz="1400" i="1">
                <a:latin typeface="Calibri"/>
                <a:cs typeface="Calibri"/>
              </a:rPr>
              <a:t>same</a:t>
            </a:r>
            <a:r>
              <a:rPr dirty="0" sz="1400" spc="-30" i="1">
                <a:latin typeface="Calibri"/>
                <a:cs typeface="Calibri"/>
              </a:rPr>
              <a:t> </a:t>
            </a:r>
            <a:r>
              <a:rPr dirty="0" sz="1400" spc="-10" i="1">
                <a:latin typeface="Calibri"/>
                <a:cs typeface="Calibri"/>
              </a:rPr>
              <a:t>architecture</a:t>
            </a:r>
            <a:r>
              <a:rPr dirty="0" sz="1400" spc="-10" b="1">
                <a:latin typeface="Calibri"/>
                <a:cs typeface="Calibri"/>
              </a:rPr>
              <a:t>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4286225" y="5416169"/>
            <a:ext cx="15748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Calibri"/>
                <a:cs typeface="Calibri"/>
              </a:rPr>
              <a:t>Speculation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spc="-20" b="1">
                <a:latin typeface="Calibri"/>
                <a:cs typeface="Calibri"/>
              </a:rPr>
              <a:t>cost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3785865" y="5857557"/>
            <a:ext cx="2534920" cy="11912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1590"/>
              </a:lnSpc>
              <a:spcBef>
                <a:spcPts val="100"/>
              </a:spcBef>
            </a:pPr>
            <a:r>
              <a:rPr dirty="0" sz="1400" i="1">
                <a:latin typeface="Calibri"/>
                <a:cs typeface="Calibri"/>
              </a:rPr>
              <a:t>Forks</a:t>
            </a:r>
            <a:r>
              <a:rPr dirty="0" sz="1400" spc="-40" i="1">
                <a:latin typeface="Calibri"/>
                <a:cs typeface="Calibri"/>
              </a:rPr>
              <a:t> </a:t>
            </a:r>
            <a:r>
              <a:rPr dirty="0" sz="1400" i="1">
                <a:latin typeface="Calibri"/>
                <a:cs typeface="Calibri"/>
              </a:rPr>
              <a:t>consume</a:t>
            </a:r>
            <a:r>
              <a:rPr dirty="0" sz="1400" spc="-40" i="1">
                <a:latin typeface="Calibri"/>
                <a:cs typeface="Calibri"/>
              </a:rPr>
              <a:t> </a:t>
            </a:r>
            <a:r>
              <a:rPr dirty="0" sz="1400" spc="-10" i="1">
                <a:latin typeface="Calibri"/>
                <a:cs typeface="Calibri"/>
              </a:rPr>
              <a:t>additional</a:t>
            </a:r>
            <a:r>
              <a:rPr dirty="0" sz="1400" spc="-40" i="1">
                <a:latin typeface="Calibri"/>
                <a:cs typeface="Calibri"/>
              </a:rPr>
              <a:t> </a:t>
            </a:r>
            <a:r>
              <a:rPr dirty="0" sz="1400" spc="-10" i="1">
                <a:latin typeface="Calibri"/>
                <a:cs typeface="Calibri"/>
              </a:rPr>
              <a:t>compute</a:t>
            </a:r>
            <a:endParaRPr sz="1400">
              <a:latin typeface="Calibri"/>
              <a:cs typeface="Calibri"/>
            </a:endParaRPr>
          </a:p>
          <a:p>
            <a:pPr algn="ctr" marL="359410" marR="311150">
              <a:lnSpc>
                <a:spcPts val="1500"/>
              </a:lnSpc>
              <a:spcBef>
                <a:spcPts val="110"/>
              </a:spcBef>
            </a:pPr>
            <a:r>
              <a:rPr dirty="0" sz="1400" i="1">
                <a:latin typeface="Calibri"/>
                <a:cs typeface="Calibri"/>
              </a:rPr>
              <a:t>→</a:t>
            </a:r>
            <a:r>
              <a:rPr dirty="0" sz="1400" spc="-30" i="1">
                <a:latin typeface="Calibri"/>
                <a:cs typeface="Calibri"/>
              </a:rPr>
              <a:t> </a:t>
            </a:r>
            <a:r>
              <a:rPr dirty="0" sz="1400" i="1">
                <a:latin typeface="Calibri"/>
                <a:cs typeface="Calibri"/>
              </a:rPr>
              <a:t>therefore</a:t>
            </a:r>
            <a:r>
              <a:rPr dirty="0" sz="1400" spc="-30" i="1">
                <a:latin typeface="Calibri"/>
                <a:cs typeface="Calibri"/>
              </a:rPr>
              <a:t> </a:t>
            </a:r>
            <a:r>
              <a:rPr dirty="0" sz="1400" i="1">
                <a:latin typeface="Calibri"/>
                <a:cs typeface="Calibri"/>
              </a:rPr>
              <a:t>they</a:t>
            </a:r>
            <a:r>
              <a:rPr dirty="0" sz="1400" spc="-30" i="1">
                <a:latin typeface="Calibri"/>
                <a:cs typeface="Calibri"/>
              </a:rPr>
              <a:t> </a:t>
            </a:r>
            <a:r>
              <a:rPr dirty="0" sz="1400" i="1">
                <a:latin typeface="Calibri"/>
                <a:cs typeface="Calibri"/>
              </a:rPr>
              <a:t>run</a:t>
            </a:r>
            <a:r>
              <a:rPr dirty="0" sz="1400" spc="-30" i="1">
                <a:latin typeface="Calibri"/>
                <a:cs typeface="Calibri"/>
              </a:rPr>
              <a:t> </a:t>
            </a:r>
            <a:r>
              <a:rPr dirty="0" sz="1400" spc="-20" i="1">
                <a:latin typeface="Calibri"/>
                <a:cs typeface="Calibri"/>
              </a:rPr>
              <a:t>only </a:t>
            </a:r>
            <a:r>
              <a:rPr dirty="0" sz="1400" i="1">
                <a:latin typeface="Calibri"/>
                <a:cs typeface="Calibri"/>
              </a:rPr>
              <a:t>within</a:t>
            </a:r>
            <a:r>
              <a:rPr dirty="0" sz="1400" spc="-70" i="1">
                <a:latin typeface="Calibri"/>
                <a:cs typeface="Calibri"/>
              </a:rPr>
              <a:t> </a:t>
            </a:r>
            <a:r>
              <a:rPr dirty="0" sz="1400" spc="-10" i="1">
                <a:latin typeface="Calibri"/>
                <a:cs typeface="Calibri"/>
              </a:rPr>
              <a:t>token/tool</a:t>
            </a:r>
            <a:r>
              <a:rPr dirty="0" sz="1400" spc="500" i="1">
                <a:latin typeface="Calibri"/>
                <a:cs typeface="Calibri"/>
              </a:rPr>
              <a:t> </a:t>
            </a:r>
            <a:r>
              <a:rPr dirty="0" sz="1400" spc="-10" i="1">
                <a:latin typeface="Calibri"/>
                <a:cs typeface="Calibri"/>
              </a:rPr>
              <a:t>budgets</a:t>
            </a:r>
            <a:r>
              <a:rPr dirty="0" sz="1400" spc="-25" i="1">
                <a:latin typeface="Calibri"/>
                <a:cs typeface="Calibri"/>
              </a:rPr>
              <a:t> </a:t>
            </a:r>
            <a:r>
              <a:rPr dirty="0" sz="1400" i="1">
                <a:latin typeface="Calibri"/>
                <a:cs typeface="Calibri"/>
              </a:rPr>
              <a:t>and</a:t>
            </a:r>
            <a:r>
              <a:rPr dirty="0" sz="1400" spc="-20" i="1">
                <a:latin typeface="Calibri"/>
                <a:cs typeface="Calibri"/>
              </a:rPr>
              <a:t> </a:t>
            </a:r>
            <a:r>
              <a:rPr dirty="0" sz="1400" i="1">
                <a:latin typeface="Calibri"/>
                <a:cs typeface="Calibri"/>
              </a:rPr>
              <a:t>are</a:t>
            </a:r>
            <a:r>
              <a:rPr dirty="0" sz="1400" spc="-20" i="1">
                <a:latin typeface="Calibri"/>
                <a:cs typeface="Calibri"/>
              </a:rPr>
              <a:t> </a:t>
            </a:r>
            <a:r>
              <a:rPr dirty="0" sz="1400" spc="-10" i="1">
                <a:latin typeface="Calibri"/>
                <a:cs typeface="Calibri"/>
              </a:rPr>
              <a:t>killed </a:t>
            </a:r>
            <a:r>
              <a:rPr dirty="0" sz="1400" i="1">
                <a:latin typeface="Calibri"/>
                <a:cs typeface="Calibri"/>
              </a:rPr>
              <a:t>when</a:t>
            </a:r>
            <a:r>
              <a:rPr dirty="0" sz="1400" spc="-40" i="1">
                <a:latin typeface="Calibri"/>
                <a:cs typeface="Calibri"/>
              </a:rPr>
              <a:t> </a:t>
            </a:r>
            <a:r>
              <a:rPr dirty="0" sz="1400" i="1">
                <a:latin typeface="Calibri"/>
                <a:cs typeface="Calibri"/>
              </a:rPr>
              <a:t>their</a:t>
            </a:r>
            <a:r>
              <a:rPr dirty="0" sz="1400" spc="-40" i="1">
                <a:latin typeface="Calibri"/>
                <a:cs typeface="Calibri"/>
              </a:rPr>
              <a:t> </a:t>
            </a:r>
            <a:r>
              <a:rPr dirty="0" sz="1400" spc="-20" i="1">
                <a:latin typeface="Calibri"/>
                <a:cs typeface="Calibri"/>
              </a:rPr>
              <a:t>state</a:t>
            </a:r>
            <a:endParaRPr sz="1400">
              <a:latin typeface="Calibri"/>
              <a:cs typeface="Calibri"/>
            </a:endParaRPr>
          </a:p>
          <a:p>
            <a:pPr algn="ctr">
              <a:lnSpc>
                <a:spcPts val="1480"/>
              </a:lnSpc>
            </a:pPr>
            <a:r>
              <a:rPr dirty="0" sz="1400" i="1">
                <a:latin typeface="Calibri"/>
                <a:cs typeface="Calibri"/>
              </a:rPr>
              <a:t>becomes</a:t>
            </a:r>
            <a:r>
              <a:rPr dirty="0" sz="1400" spc="-65" i="1">
                <a:latin typeface="Calibri"/>
                <a:cs typeface="Calibri"/>
              </a:rPr>
              <a:t> </a:t>
            </a:r>
            <a:r>
              <a:rPr dirty="0" sz="1400" spc="-10" i="1">
                <a:latin typeface="Calibri"/>
                <a:cs typeface="Calibri"/>
              </a:rPr>
              <a:t>stale.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4601107" y="8119764"/>
            <a:ext cx="866140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10" b="1" i="1">
                <a:latin typeface="Calibri"/>
                <a:cs typeface="Calibri"/>
              </a:rPr>
              <a:t>Privacy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4382329" y="8735746"/>
            <a:ext cx="1344295" cy="1381760"/>
          </a:xfrm>
          <a:prstGeom prst="rect">
            <a:avLst/>
          </a:prstGeom>
        </p:spPr>
        <p:txBody>
          <a:bodyPr wrap="square" lIns="0" tIns="38100" rIns="0" bIns="0" rtlCol="0" vert="horz">
            <a:spAutoFit/>
          </a:bodyPr>
          <a:lstStyle/>
          <a:p>
            <a:pPr algn="ctr" marL="12700" marR="5080" indent="-40640">
              <a:lnSpc>
                <a:spcPts val="1500"/>
              </a:lnSpc>
              <a:spcBef>
                <a:spcPts val="300"/>
              </a:spcBef>
            </a:pPr>
            <a:r>
              <a:rPr dirty="0" sz="1400" spc="-20" i="1">
                <a:latin typeface="Calibri"/>
                <a:cs typeface="Calibri"/>
              </a:rPr>
              <a:t>Attention</a:t>
            </a:r>
            <a:r>
              <a:rPr dirty="0" sz="1400" spc="-30" i="1">
                <a:latin typeface="Calibri"/>
                <a:cs typeface="Calibri"/>
              </a:rPr>
              <a:t> </a:t>
            </a:r>
            <a:r>
              <a:rPr dirty="0" sz="1400" i="1">
                <a:latin typeface="Calibri"/>
                <a:cs typeface="Calibri"/>
              </a:rPr>
              <a:t>data</a:t>
            </a:r>
            <a:r>
              <a:rPr dirty="0" sz="1400" spc="-30" i="1">
                <a:latin typeface="Calibri"/>
                <a:cs typeface="Calibri"/>
              </a:rPr>
              <a:t> </a:t>
            </a:r>
            <a:r>
              <a:rPr dirty="0" sz="1400" spc="-25" i="1">
                <a:latin typeface="Calibri"/>
                <a:cs typeface="Calibri"/>
              </a:rPr>
              <a:t>is </a:t>
            </a:r>
            <a:r>
              <a:rPr dirty="0" sz="1400" spc="-10" i="1">
                <a:latin typeface="Calibri"/>
                <a:cs typeface="Calibri"/>
              </a:rPr>
              <a:t>session-only; sensitive</a:t>
            </a:r>
            <a:r>
              <a:rPr dirty="0" sz="1400" spc="-30" i="1">
                <a:latin typeface="Calibri"/>
                <a:cs typeface="Calibri"/>
              </a:rPr>
              <a:t> </a:t>
            </a:r>
            <a:r>
              <a:rPr dirty="0" sz="1400" i="1">
                <a:latin typeface="Calibri"/>
                <a:cs typeface="Calibri"/>
              </a:rPr>
              <a:t>fields</a:t>
            </a:r>
            <a:r>
              <a:rPr dirty="0" sz="1400" spc="-30" i="1">
                <a:latin typeface="Calibri"/>
                <a:cs typeface="Calibri"/>
              </a:rPr>
              <a:t> </a:t>
            </a:r>
            <a:r>
              <a:rPr dirty="0" sz="1400" spc="-25" i="1">
                <a:latin typeface="Calibri"/>
                <a:cs typeface="Calibri"/>
              </a:rPr>
              <a:t>are </a:t>
            </a:r>
            <a:r>
              <a:rPr dirty="0" sz="1400" spc="-10" i="1">
                <a:latin typeface="Calibri"/>
                <a:cs typeface="Calibri"/>
              </a:rPr>
              <a:t>excluded</a:t>
            </a:r>
            <a:r>
              <a:rPr dirty="0" sz="1400" spc="-65" i="1">
                <a:latin typeface="Calibri"/>
                <a:cs typeface="Calibri"/>
              </a:rPr>
              <a:t> </a:t>
            </a:r>
            <a:r>
              <a:rPr dirty="0" sz="1400" spc="-25" i="1">
                <a:latin typeface="Calibri"/>
                <a:cs typeface="Calibri"/>
              </a:rPr>
              <a:t>and </a:t>
            </a:r>
            <a:r>
              <a:rPr dirty="0" sz="1400" spc="-10" i="1">
                <a:latin typeface="Calibri"/>
                <a:cs typeface="Calibri"/>
              </a:rPr>
              <a:t>perception</a:t>
            </a:r>
            <a:endParaRPr sz="1400">
              <a:latin typeface="Calibri"/>
              <a:cs typeface="Calibri"/>
            </a:endParaRPr>
          </a:p>
          <a:p>
            <a:pPr algn="ctr" marL="51435" marR="83820">
              <a:lnSpc>
                <a:spcPts val="1500"/>
              </a:lnSpc>
            </a:pPr>
            <a:r>
              <a:rPr dirty="0" sz="1400" i="1">
                <a:latin typeface="Calibri"/>
                <a:cs typeface="Calibri"/>
              </a:rPr>
              <a:t>is</a:t>
            </a:r>
            <a:r>
              <a:rPr dirty="0" sz="1400" spc="-20" i="1">
                <a:latin typeface="Calibri"/>
                <a:cs typeface="Calibri"/>
              </a:rPr>
              <a:t> </a:t>
            </a:r>
            <a:r>
              <a:rPr dirty="0" sz="1400" spc="-10" i="1">
                <a:latin typeface="Calibri"/>
                <a:cs typeface="Calibri"/>
              </a:rPr>
              <a:t>designed</a:t>
            </a:r>
            <a:r>
              <a:rPr dirty="0" sz="1400" spc="-20" i="1">
                <a:latin typeface="Calibri"/>
                <a:cs typeface="Calibri"/>
              </a:rPr>
              <a:t> </a:t>
            </a:r>
            <a:r>
              <a:rPr dirty="0" sz="1400" i="1">
                <a:latin typeface="Calibri"/>
                <a:cs typeface="Calibri"/>
              </a:rPr>
              <a:t>to</a:t>
            </a:r>
            <a:r>
              <a:rPr dirty="0" sz="1400" spc="-20" i="1">
                <a:latin typeface="Calibri"/>
                <a:cs typeface="Calibri"/>
              </a:rPr>
              <a:t> </a:t>
            </a:r>
            <a:r>
              <a:rPr dirty="0" sz="1400" spc="-25" i="1">
                <a:latin typeface="Calibri"/>
                <a:cs typeface="Calibri"/>
              </a:rPr>
              <a:t>be </a:t>
            </a:r>
            <a:r>
              <a:rPr dirty="0" sz="1400" spc="-20" i="1">
                <a:latin typeface="Calibri"/>
                <a:cs typeface="Calibri"/>
              </a:rPr>
              <a:t>local-</a:t>
            </a:r>
            <a:r>
              <a:rPr dirty="0" sz="1400" spc="-10" i="1">
                <a:latin typeface="Calibri"/>
                <a:cs typeface="Calibri"/>
              </a:rPr>
              <a:t>first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29231" y="-245109"/>
            <a:ext cx="14359255" cy="1951989"/>
          </a:xfrm>
          <a:prstGeom prst="rect"/>
        </p:spPr>
        <p:txBody>
          <a:bodyPr wrap="square" lIns="0" tIns="386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45"/>
              </a:spcBef>
            </a:pPr>
            <a:r>
              <a:rPr dirty="0"/>
              <a:t>Brownie</a:t>
            </a:r>
            <a:r>
              <a:rPr dirty="0" spc="-130"/>
              <a:t> </a:t>
            </a:r>
            <a:r>
              <a:rPr dirty="0"/>
              <a:t>points</a:t>
            </a:r>
            <a:r>
              <a:rPr dirty="0" spc="-125"/>
              <a:t> </a:t>
            </a:r>
            <a:r>
              <a:rPr dirty="0"/>
              <a:t>slide(</a:t>
            </a:r>
            <a:r>
              <a:rPr dirty="0" spc="-125"/>
              <a:t> </a:t>
            </a:r>
            <a:r>
              <a:rPr dirty="0" spc="-10"/>
              <a:t>differentiation)</a:t>
            </a:r>
          </a:p>
          <a:p>
            <a:pPr marL="299085">
              <a:lnSpc>
                <a:spcPct val="100000"/>
              </a:lnSpc>
              <a:spcBef>
                <a:spcPts val="1175"/>
              </a:spcBef>
            </a:pPr>
            <a:r>
              <a:rPr dirty="0" sz="2600">
                <a:solidFill>
                  <a:srgbClr val="000000"/>
                </a:solidFill>
              </a:rPr>
              <a:t>Two</a:t>
            </a:r>
            <a:r>
              <a:rPr dirty="0" sz="2600" spc="-45">
                <a:solidFill>
                  <a:srgbClr val="000000"/>
                </a:solidFill>
              </a:rPr>
              <a:t> </a:t>
            </a:r>
            <a:r>
              <a:rPr dirty="0" sz="2600">
                <a:solidFill>
                  <a:srgbClr val="000000"/>
                </a:solidFill>
              </a:rPr>
              <a:t>approaches</a:t>
            </a:r>
            <a:r>
              <a:rPr dirty="0" sz="2600" spc="-45">
                <a:solidFill>
                  <a:srgbClr val="000000"/>
                </a:solidFill>
              </a:rPr>
              <a:t> </a:t>
            </a:r>
            <a:r>
              <a:rPr dirty="0" sz="2600">
                <a:solidFill>
                  <a:srgbClr val="000000"/>
                </a:solidFill>
              </a:rPr>
              <a:t>to</a:t>
            </a:r>
            <a:r>
              <a:rPr dirty="0" sz="2600" spc="-45">
                <a:solidFill>
                  <a:srgbClr val="000000"/>
                </a:solidFill>
              </a:rPr>
              <a:t> </a:t>
            </a:r>
            <a:r>
              <a:rPr dirty="0" sz="2600">
                <a:solidFill>
                  <a:srgbClr val="000000"/>
                </a:solidFill>
              </a:rPr>
              <a:t>personal</a:t>
            </a:r>
            <a:r>
              <a:rPr dirty="0" sz="2600" spc="-45">
                <a:solidFill>
                  <a:srgbClr val="000000"/>
                </a:solidFill>
              </a:rPr>
              <a:t> </a:t>
            </a:r>
            <a:r>
              <a:rPr dirty="0" sz="2600">
                <a:solidFill>
                  <a:srgbClr val="000000"/>
                </a:solidFill>
              </a:rPr>
              <a:t>agents.</a:t>
            </a:r>
            <a:r>
              <a:rPr dirty="0" sz="2600" spc="-45">
                <a:solidFill>
                  <a:srgbClr val="000000"/>
                </a:solidFill>
              </a:rPr>
              <a:t> </a:t>
            </a:r>
            <a:r>
              <a:rPr dirty="0" sz="2600">
                <a:solidFill>
                  <a:srgbClr val="000000"/>
                </a:solidFill>
              </a:rPr>
              <a:t>One</a:t>
            </a:r>
            <a:r>
              <a:rPr dirty="0" sz="2600" spc="-45">
                <a:solidFill>
                  <a:srgbClr val="000000"/>
                </a:solidFill>
              </a:rPr>
              <a:t> </a:t>
            </a:r>
            <a:r>
              <a:rPr dirty="0" sz="2600">
                <a:solidFill>
                  <a:srgbClr val="000000"/>
                </a:solidFill>
              </a:rPr>
              <a:t>starts</a:t>
            </a:r>
            <a:r>
              <a:rPr dirty="0" sz="2600" spc="-45">
                <a:solidFill>
                  <a:srgbClr val="000000"/>
                </a:solidFill>
              </a:rPr>
              <a:t> </a:t>
            </a:r>
            <a:r>
              <a:rPr dirty="0" sz="2600">
                <a:solidFill>
                  <a:srgbClr val="000000"/>
                </a:solidFill>
              </a:rPr>
              <a:t>with</a:t>
            </a:r>
            <a:r>
              <a:rPr dirty="0" sz="2600" spc="-45">
                <a:solidFill>
                  <a:srgbClr val="000000"/>
                </a:solidFill>
              </a:rPr>
              <a:t> </a:t>
            </a:r>
            <a:r>
              <a:rPr dirty="0" sz="2600">
                <a:solidFill>
                  <a:srgbClr val="000000"/>
                </a:solidFill>
              </a:rPr>
              <a:t>your</a:t>
            </a:r>
            <a:r>
              <a:rPr dirty="0" sz="2600" spc="-45">
                <a:solidFill>
                  <a:srgbClr val="000000"/>
                </a:solidFill>
              </a:rPr>
              <a:t> </a:t>
            </a:r>
            <a:r>
              <a:rPr dirty="0" sz="2600">
                <a:solidFill>
                  <a:srgbClr val="000000"/>
                </a:solidFill>
              </a:rPr>
              <a:t>goals</a:t>
            </a:r>
            <a:r>
              <a:rPr dirty="0" sz="2600" spc="-40">
                <a:solidFill>
                  <a:srgbClr val="000000"/>
                </a:solidFill>
              </a:rPr>
              <a:t> </a:t>
            </a:r>
            <a:r>
              <a:rPr dirty="0" sz="2600">
                <a:solidFill>
                  <a:srgbClr val="000000"/>
                </a:solidFill>
              </a:rPr>
              <a:t>—</a:t>
            </a:r>
            <a:r>
              <a:rPr dirty="0" sz="2600" spc="-45">
                <a:solidFill>
                  <a:srgbClr val="000000"/>
                </a:solidFill>
              </a:rPr>
              <a:t> </a:t>
            </a:r>
            <a:r>
              <a:rPr dirty="0" sz="2600">
                <a:solidFill>
                  <a:srgbClr val="000000"/>
                </a:solidFill>
              </a:rPr>
              <a:t>the</a:t>
            </a:r>
            <a:r>
              <a:rPr dirty="0" sz="2600" spc="-45">
                <a:solidFill>
                  <a:srgbClr val="000000"/>
                </a:solidFill>
              </a:rPr>
              <a:t> </a:t>
            </a:r>
            <a:r>
              <a:rPr dirty="0" sz="2600">
                <a:solidFill>
                  <a:srgbClr val="000000"/>
                </a:solidFill>
              </a:rPr>
              <a:t>other</a:t>
            </a:r>
            <a:r>
              <a:rPr dirty="0" sz="2600" spc="-45">
                <a:solidFill>
                  <a:srgbClr val="000000"/>
                </a:solidFill>
              </a:rPr>
              <a:t> </a:t>
            </a:r>
            <a:r>
              <a:rPr dirty="0" sz="2600">
                <a:solidFill>
                  <a:srgbClr val="000000"/>
                </a:solidFill>
              </a:rPr>
              <a:t>starts</a:t>
            </a:r>
            <a:r>
              <a:rPr dirty="0" sz="2600" spc="-45">
                <a:solidFill>
                  <a:srgbClr val="000000"/>
                </a:solidFill>
              </a:rPr>
              <a:t> </a:t>
            </a:r>
            <a:r>
              <a:rPr dirty="0" sz="2600">
                <a:solidFill>
                  <a:srgbClr val="000000"/>
                </a:solidFill>
              </a:rPr>
              <a:t>with</a:t>
            </a:r>
            <a:r>
              <a:rPr dirty="0" sz="2600" spc="-45">
                <a:solidFill>
                  <a:srgbClr val="000000"/>
                </a:solidFill>
              </a:rPr>
              <a:t> </a:t>
            </a:r>
            <a:r>
              <a:rPr dirty="0" sz="2600">
                <a:solidFill>
                  <a:srgbClr val="000000"/>
                </a:solidFill>
              </a:rPr>
              <a:t>your</a:t>
            </a:r>
            <a:r>
              <a:rPr dirty="0" sz="2600" spc="-45">
                <a:solidFill>
                  <a:srgbClr val="000000"/>
                </a:solidFill>
              </a:rPr>
              <a:t> </a:t>
            </a:r>
            <a:r>
              <a:rPr dirty="0" sz="2600" spc="-10">
                <a:solidFill>
                  <a:srgbClr val="000000"/>
                </a:solidFill>
              </a:rPr>
              <a:t>attention.</a:t>
            </a:r>
            <a:endParaRPr sz="2600"/>
          </a:p>
        </p:txBody>
      </p:sp>
      <p:sp>
        <p:nvSpPr>
          <p:cNvPr id="11" name="object 11"/>
          <p:cNvSpPr txBox="1"/>
          <p:nvPr/>
        </p:nvSpPr>
        <p:spPr>
          <a:xfrm>
            <a:off x="6442974" y="2102365"/>
            <a:ext cx="5402580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b="1">
                <a:latin typeface="Calibri"/>
                <a:cs typeface="Calibri"/>
              </a:rPr>
              <a:t>“THE</a:t>
            </a:r>
            <a:r>
              <a:rPr dirty="0" sz="2200" spc="-4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INTERACTION</a:t>
            </a:r>
            <a:r>
              <a:rPr dirty="0" sz="2200" spc="-40" b="1">
                <a:latin typeface="Calibri"/>
                <a:cs typeface="Calibri"/>
              </a:rPr>
              <a:t> </a:t>
            </a:r>
            <a:r>
              <a:rPr dirty="0" sz="2200" spc="-25" b="1">
                <a:latin typeface="Calibri"/>
                <a:cs typeface="Calibri"/>
              </a:rPr>
              <a:t>LAYER</a:t>
            </a:r>
            <a:r>
              <a:rPr dirty="0" sz="2200" spc="-4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IS</a:t>
            </a:r>
            <a:r>
              <a:rPr dirty="0" sz="2200" spc="-4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THE</a:t>
            </a:r>
            <a:r>
              <a:rPr dirty="0" sz="2200" spc="-45" b="1">
                <a:latin typeface="Calibri"/>
                <a:cs typeface="Calibri"/>
              </a:rPr>
              <a:t> </a:t>
            </a:r>
            <a:r>
              <a:rPr dirty="0" sz="2200" spc="-10" b="1">
                <a:latin typeface="Calibri"/>
                <a:cs typeface="Calibri"/>
              </a:rPr>
              <a:t>DIFFERENCE”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700" y="2901125"/>
            <a:ext cx="7235361" cy="589179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441217" y="2595107"/>
            <a:ext cx="3874770" cy="1628139"/>
          </a:xfrm>
          <a:prstGeom prst="rect">
            <a:avLst/>
          </a:prstGeom>
        </p:spPr>
        <p:txBody>
          <a:bodyPr wrap="square" lIns="0" tIns="354965" rIns="0" bIns="0" rtlCol="0" vert="horz">
            <a:spAutoFit/>
          </a:bodyPr>
          <a:lstStyle/>
          <a:p>
            <a:pPr algn="ctr" marL="179705">
              <a:lnSpc>
                <a:spcPct val="100000"/>
              </a:lnSpc>
              <a:spcBef>
                <a:spcPts val="2795"/>
              </a:spcBef>
            </a:pPr>
            <a:r>
              <a:rPr dirty="0" sz="5100" spc="-10" b="1">
                <a:latin typeface="Calibri"/>
                <a:cs typeface="Calibri"/>
              </a:rPr>
              <a:t>Trail</a:t>
            </a:r>
            <a:endParaRPr sz="5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60"/>
              </a:spcBef>
            </a:pPr>
            <a:r>
              <a:rPr dirty="0" sz="2200" spc="-20" b="1">
                <a:latin typeface="Calibri"/>
                <a:cs typeface="Calibri"/>
              </a:rPr>
              <a:t>Attention</a:t>
            </a:r>
            <a:r>
              <a:rPr dirty="0" sz="2200" spc="-4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—</a:t>
            </a:r>
            <a:r>
              <a:rPr dirty="0" sz="2200" spc="-3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“I’m</a:t>
            </a:r>
            <a:r>
              <a:rPr dirty="0" sz="2200" spc="-4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looking</a:t>
            </a:r>
            <a:r>
              <a:rPr dirty="0" sz="2200" spc="-3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at</a:t>
            </a:r>
            <a:r>
              <a:rPr dirty="0" sz="2200" spc="-40" b="1">
                <a:latin typeface="Calibri"/>
                <a:cs typeface="Calibri"/>
              </a:rPr>
              <a:t> </a:t>
            </a:r>
            <a:r>
              <a:rPr dirty="0" sz="2200" spc="-10" b="1">
                <a:latin typeface="Calibri"/>
                <a:cs typeface="Calibri"/>
              </a:rPr>
              <a:t>this.”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95782" y="4176536"/>
            <a:ext cx="280670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25" i="1">
                <a:latin typeface="Calibri"/>
                <a:cs typeface="Calibri"/>
              </a:rPr>
              <a:t>Vs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98559" y="4420139"/>
            <a:ext cx="5619750" cy="6896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615"/>
              </a:lnSpc>
              <a:spcBef>
                <a:spcPts val="100"/>
              </a:spcBef>
            </a:pPr>
            <a:r>
              <a:rPr dirty="0" sz="2200" spc="-10" b="1">
                <a:latin typeface="Calibri"/>
                <a:cs typeface="Calibri"/>
              </a:rPr>
              <a:t>Context</a:t>
            </a:r>
            <a:endParaRPr sz="2200">
              <a:latin typeface="Calibri"/>
              <a:cs typeface="Calibri"/>
            </a:endParaRPr>
          </a:p>
          <a:p>
            <a:pPr marL="133350">
              <a:lnSpc>
                <a:spcPts val="2615"/>
              </a:lnSpc>
            </a:pPr>
            <a:r>
              <a:rPr dirty="0" sz="2200" b="1">
                <a:latin typeface="Calibri"/>
                <a:cs typeface="Calibri"/>
              </a:rPr>
              <a:t>Cursor</a:t>
            </a:r>
            <a:r>
              <a:rPr dirty="0" sz="2200" spc="-5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+</a:t>
            </a:r>
            <a:r>
              <a:rPr dirty="0" sz="2200" spc="-5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dwell</a:t>
            </a:r>
            <a:r>
              <a:rPr dirty="0" sz="2200" spc="-5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+</a:t>
            </a:r>
            <a:r>
              <a:rPr dirty="0" sz="2200" spc="-5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selected</a:t>
            </a:r>
            <a:r>
              <a:rPr dirty="0" sz="2200" spc="-50" b="1">
                <a:latin typeface="Calibri"/>
                <a:cs typeface="Calibri"/>
              </a:rPr>
              <a:t> </a:t>
            </a:r>
            <a:r>
              <a:rPr dirty="0" sz="2200" spc="-10" b="1">
                <a:latin typeface="Calibri"/>
                <a:cs typeface="Calibri"/>
              </a:rPr>
              <a:t>content</a:t>
            </a:r>
            <a:r>
              <a:rPr dirty="0" sz="2200" spc="-5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+</a:t>
            </a:r>
            <a:r>
              <a:rPr dirty="0" sz="2200" spc="-5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session</a:t>
            </a:r>
            <a:r>
              <a:rPr dirty="0" sz="2200" spc="-50" b="1">
                <a:latin typeface="Calibri"/>
                <a:cs typeface="Calibri"/>
              </a:rPr>
              <a:t> </a:t>
            </a:r>
            <a:r>
              <a:rPr dirty="0" sz="2200" spc="-10" b="1">
                <a:latin typeface="Calibri"/>
                <a:cs typeface="Calibri"/>
              </a:rPr>
              <a:t>trail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944099" y="2901125"/>
            <a:ext cx="6696075" cy="3501390"/>
            <a:chOff x="9944099" y="2901125"/>
            <a:chExt cx="6696075" cy="3501390"/>
          </a:xfrm>
        </p:grpSpPr>
        <p:sp>
          <p:nvSpPr>
            <p:cNvPr id="5" name="object 5"/>
            <p:cNvSpPr/>
            <p:nvPr/>
          </p:nvSpPr>
          <p:spPr>
            <a:xfrm>
              <a:off x="9944099" y="2901125"/>
              <a:ext cx="6696075" cy="3501390"/>
            </a:xfrm>
            <a:custGeom>
              <a:avLst/>
              <a:gdLst/>
              <a:ahLst/>
              <a:cxnLst/>
              <a:rect l="l" t="t" r="r" b="b"/>
              <a:pathLst>
                <a:path w="6696075" h="3501390">
                  <a:moveTo>
                    <a:pt x="6160870" y="3501253"/>
                  </a:moveTo>
                  <a:lnTo>
                    <a:pt x="886379" y="3501253"/>
                  </a:lnTo>
                  <a:lnTo>
                    <a:pt x="836700" y="3498978"/>
                  </a:lnTo>
                  <a:lnTo>
                    <a:pt x="788301" y="3492286"/>
                  </a:lnTo>
                  <a:lnTo>
                    <a:pt x="741382" y="3481379"/>
                  </a:lnTo>
                  <a:lnTo>
                    <a:pt x="696144" y="3466456"/>
                  </a:lnTo>
                  <a:lnTo>
                    <a:pt x="652787" y="3447719"/>
                  </a:lnTo>
                  <a:lnTo>
                    <a:pt x="611512" y="3425367"/>
                  </a:lnTo>
                  <a:lnTo>
                    <a:pt x="572518" y="3399603"/>
                  </a:lnTo>
                  <a:lnTo>
                    <a:pt x="536006" y="3370626"/>
                  </a:lnTo>
                  <a:lnTo>
                    <a:pt x="502177" y="3338637"/>
                  </a:lnTo>
                  <a:lnTo>
                    <a:pt x="471230" y="3303837"/>
                  </a:lnTo>
                  <a:lnTo>
                    <a:pt x="443366" y="3266426"/>
                  </a:lnTo>
                  <a:lnTo>
                    <a:pt x="418785" y="3226605"/>
                  </a:lnTo>
                  <a:lnTo>
                    <a:pt x="374442" y="3213173"/>
                  </a:lnTo>
                  <a:lnTo>
                    <a:pt x="331729" y="3196236"/>
                  </a:lnTo>
                  <a:lnTo>
                    <a:pt x="290815" y="3175965"/>
                  </a:lnTo>
                  <a:lnTo>
                    <a:pt x="251871" y="3152530"/>
                  </a:lnTo>
                  <a:lnTo>
                    <a:pt x="215067" y="3126100"/>
                  </a:lnTo>
                  <a:lnTo>
                    <a:pt x="180572" y="3096845"/>
                  </a:lnTo>
                  <a:lnTo>
                    <a:pt x="148556" y="3064934"/>
                  </a:lnTo>
                  <a:lnTo>
                    <a:pt x="119189" y="3030539"/>
                  </a:lnTo>
                  <a:lnTo>
                    <a:pt x="92641" y="2993828"/>
                  </a:lnTo>
                  <a:lnTo>
                    <a:pt x="69082" y="2954971"/>
                  </a:lnTo>
                  <a:lnTo>
                    <a:pt x="48681" y="2914139"/>
                  </a:lnTo>
                  <a:lnTo>
                    <a:pt x="31608" y="2871500"/>
                  </a:lnTo>
                  <a:lnTo>
                    <a:pt x="18034" y="2827225"/>
                  </a:lnTo>
                  <a:lnTo>
                    <a:pt x="8128" y="2781484"/>
                  </a:lnTo>
                  <a:lnTo>
                    <a:pt x="2060" y="2734445"/>
                  </a:lnTo>
                  <a:lnTo>
                    <a:pt x="0" y="2686280"/>
                  </a:lnTo>
                  <a:lnTo>
                    <a:pt x="0" y="557892"/>
                  </a:lnTo>
                  <a:lnTo>
                    <a:pt x="2052" y="509825"/>
                  </a:lnTo>
                  <a:lnTo>
                    <a:pt x="8095" y="462880"/>
                  </a:lnTo>
                  <a:lnTo>
                    <a:pt x="17962" y="417226"/>
                  </a:lnTo>
                  <a:lnTo>
                    <a:pt x="31482" y="373031"/>
                  </a:lnTo>
                  <a:lnTo>
                    <a:pt x="48488" y="330464"/>
                  </a:lnTo>
                  <a:lnTo>
                    <a:pt x="68811" y="289694"/>
                  </a:lnTo>
                  <a:lnTo>
                    <a:pt x="92281" y="250890"/>
                  </a:lnTo>
                  <a:lnTo>
                    <a:pt x="118730" y="214221"/>
                  </a:lnTo>
                  <a:lnTo>
                    <a:pt x="147988" y="179855"/>
                  </a:lnTo>
                  <a:lnTo>
                    <a:pt x="179889" y="147961"/>
                  </a:lnTo>
                  <a:lnTo>
                    <a:pt x="214261" y="118707"/>
                  </a:lnTo>
                  <a:lnTo>
                    <a:pt x="250938" y="92263"/>
                  </a:lnTo>
                  <a:lnTo>
                    <a:pt x="289749" y="68798"/>
                  </a:lnTo>
                  <a:lnTo>
                    <a:pt x="330526" y="48479"/>
                  </a:lnTo>
                  <a:lnTo>
                    <a:pt x="373101" y="31477"/>
                  </a:lnTo>
                  <a:lnTo>
                    <a:pt x="417304" y="17958"/>
                  </a:lnTo>
                  <a:lnTo>
                    <a:pt x="462967" y="8094"/>
                  </a:lnTo>
                  <a:lnTo>
                    <a:pt x="509921" y="2051"/>
                  </a:lnTo>
                  <a:lnTo>
                    <a:pt x="557997" y="0"/>
                  </a:lnTo>
                  <a:lnTo>
                    <a:pt x="5832495" y="0"/>
                  </a:lnTo>
                  <a:lnTo>
                    <a:pt x="5884600" y="2412"/>
                  </a:lnTo>
                  <a:lnTo>
                    <a:pt x="5935366" y="9504"/>
                  </a:lnTo>
                  <a:lnTo>
                    <a:pt x="5984578" y="21061"/>
                  </a:lnTo>
                  <a:lnTo>
                    <a:pt x="6032021" y="36867"/>
                  </a:lnTo>
                  <a:lnTo>
                    <a:pt x="6077479" y="56707"/>
                  </a:lnTo>
                  <a:lnTo>
                    <a:pt x="6120738" y="80365"/>
                  </a:lnTo>
                  <a:lnTo>
                    <a:pt x="6161582" y="107626"/>
                  </a:lnTo>
                  <a:lnTo>
                    <a:pt x="6199795" y="138274"/>
                  </a:lnTo>
                  <a:lnTo>
                    <a:pt x="6235162" y="172093"/>
                  </a:lnTo>
                  <a:lnTo>
                    <a:pt x="6267468" y="208868"/>
                  </a:lnTo>
                  <a:lnTo>
                    <a:pt x="6296498" y="248384"/>
                  </a:lnTo>
                  <a:lnTo>
                    <a:pt x="6322036" y="290424"/>
                  </a:lnTo>
                  <a:lnTo>
                    <a:pt x="6343868" y="334774"/>
                  </a:lnTo>
                  <a:lnTo>
                    <a:pt x="6386965" y="352629"/>
                  </a:lnTo>
                  <a:lnTo>
                    <a:pt x="6428073" y="374033"/>
                  </a:lnTo>
                  <a:lnTo>
                    <a:pt x="6466998" y="398795"/>
                  </a:lnTo>
                  <a:lnTo>
                    <a:pt x="6503548" y="426722"/>
                  </a:lnTo>
                  <a:lnTo>
                    <a:pt x="6537530" y="457622"/>
                  </a:lnTo>
                  <a:lnTo>
                    <a:pt x="6568752" y="491303"/>
                  </a:lnTo>
                  <a:lnTo>
                    <a:pt x="6597021" y="527571"/>
                  </a:lnTo>
                  <a:lnTo>
                    <a:pt x="6622146" y="566235"/>
                  </a:lnTo>
                  <a:lnTo>
                    <a:pt x="6643933" y="607103"/>
                  </a:lnTo>
                  <a:lnTo>
                    <a:pt x="6662191" y="649982"/>
                  </a:lnTo>
                  <a:lnTo>
                    <a:pt x="6676726" y="694679"/>
                  </a:lnTo>
                  <a:lnTo>
                    <a:pt x="6687347" y="741003"/>
                  </a:lnTo>
                  <a:lnTo>
                    <a:pt x="6693860" y="788762"/>
                  </a:lnTo>
                  <a:lnTo>
                    <a:pt x="6696074" y="837762"/>
                  </a:lnTo>
                  <a:lnTo>
                    <a:pt x="6696074" y="2966150"/>
                  </a:lnTo>
                  <a:lnTo>
                    <a:pt x="6693887" y="3014855"/>
                  </a:lnTo>
                  <a:lnTo>
                    <a:pt x="6687451" y="3062335"/>
                  </a:lnTo>
                  <a:lnTo>
                    <a:pt x="6676956" y="3108402"/>
                  </a:lnTo>
                  <a:lnTo>
                    <a:pt x="6662590" y="3152865"/>
                  </a:lnTo>
                  <a:lnTo>
                    <a:pt x="6644543" y="3195536"/>
                  </a:lnTo>
                  <a:lnTo>
                    <a:pt x="6623003" y="3236227"/>
                  </a:lnTo>
                  <a:lnTo>
                    <a:pt x="6598159" y="3274748"/>
                  </a:lnTo>
                  <a:lnTo>
                    <a:pt x="6570201" y="3310910"/>
                  </a:lnTo>
                  <a:lnTo>
                    <a:pt x="6539316" y="3344525"/>
                  </a:lnTo>
                  <a:lnTo>
                    <a:pt x="6505695" y="3375403"/>
                  </a:lnTo>
                  <a:lnTo>
                    <a:pt x="6469526" y="3403357"/>
                  </a:lnTo>
                  <a:lnTo>
                    <a:pt x="6430998" y="3428196"/>
                  </a:lnTo>
                  <a:lnTo>
                    <a:pt x="6390300" y="3449732"/>
                  </a:lnTo>
                  <a:lnTo>
                    <a:pt x="6347620" y="3467776"/>
                  </a:lnTo>
                  <a:lnTo>
                    <a:pt x="6303149" y="3482139"/>
                  </a:lnTo>
                  <a:lnTo>
                    <a:pt x="6257074" y="3492632"/>
                  </a:lnTo>
                  <a:lnTo>
                    <a:pt x="6209585" y="3499066"/>
                  </a:lnTo>
                  <a:lnTo>
                    <a:pt x="6160870" y="350125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9989692" y="2946717"/>
              <a:ext cx="6299835" cy="3153410"/>
            </a:xfrm>
            <a:custGeom>
              <a:avLst/>
              <a:gdLst/>
              <a:ahLst/>
              <a:cxnLst/>
              <a:rect l="l" t="t" r="r" b="b"/>
              <a:pathLst>
                <a:path w="6299834" h="3153410">
                  <a:moveTo>
                    <a:pt x="5786901" y="3153002"/>
                  </a:moveTo>
                  <a:lnTo>
                    <a:pt x="512403" y="3153002"/>
                  </a:lnTo>
                  <a:lnTo>
                    <a:pt x="465792" y="3150907"/>
                  </a:lnTo>
                  <a:lnTo>
                    <a:pt x="420348" y="3144742"/>
                  </a:lnTo>
                  <a:lnTo>
                    <a:pt x="376252" y="3134689"/>
                  </a:lnTo>
                  <a:lnTo>
                    <a:pt x="333686" y="3120929"/>
                  </a:lnTo>
                  <a:lnTo>
                    <a:pt x="292831" y="3103644"/>
                  </a:lnTo>
                  <a:lnTo>
                    <a:pt x="253868" y="3083015"/>
                  </a:lnTo>
                  <a:lnTo>
                    <a:pt x="216980" y="3059224"/>
                  </a:lnTo>
                  <a:lnTo>
                    <a:pt x="182347" y="3032451"/>
                  </a:lnTo>
                  <a:lnTo>
                    <a:pt x="150151" y="3002880"/>
                  </a:lnTo>
                  <a:lnTo>
                    <a:pt x="120573" y="2970690"/>
                  </a:lnTo>
                  <a:lnTo>
                    <a:pt x="93796" y="2936063"/>
                  </a:lnTo>
                  <a:lnTo>
                    <a:pt x="70000" y="2899182"/>
                  </a:lnTo>
                  <a:lnTo>
                    <a:pt x="49367" y="2860226"/>
                  </a:lnTo>
                  <a:lnTo>
                    <a:pt x="32079" y="2819379"/>
                  </a:lnTo>
                  <a:lnTo>
                    <a:pt x="18316" y="2776820"/>
                  </a:lnTo>
                  <a:lnTo>
                    <a:pt x="8261" y="2732733"/>
                  </a:lnTo>
                  <a:lnTo>
                    <a:pt x="2095" y="2687297"/>
                  </a:lnTo>
                  <a:lnTo>
                    <a:pt x="0" y="2640695"/>
                  </a:lnTo>
                  <a:lnTo>
                    <a:pt x="0" y="512300"/>
                  </a:lnTo>
                  <a:lnTo>
                    <a:pt x="2096" y="465698"/>
                  </a:lnTo>
                  <a:lnTo>
                    <a:pt x="8263" y="420263"/>
                  </a:lnTo>
                  <a:lnTo>
                    <a:pt x="18319" y="376175"/>
                  </a:lnTo>
                  <a:lnTo>
                    <a:pt x="32081" y="333617"/>
                  </a:lnTo>
                  <a:lnTo>
                    <a:pt x="49370" y="292770"/>
                  </a:lnTo>
                  <a:lnTo>
                    <a:pt x="70003" y="253815"/>
                  </a:lnTo>
                  <a:lnTo>
                    <a:pt x="93799" y="216934"/>
                  </a:lnTo>
                  <a:lnTo>
                    <a:pt x="120576" y="182308"/>
                  </a:lnTo>
                  <a:lnTo>
                    <a:pt x="150153" y="150119"/>
                  </a:lnTo>
                  <a:lnTo>
                    <a:pt x="182349" y="120548"/>
                  </a:lnTo>
                  <a:lnTo>
                    <a:pt x="216981" y="93776"/>
                  </a:lnTo>
                  <a:lnTo>
                    <a:pt x="253870" y="69985"/>
                  </a:lnTo>
                  <a:lnTo>
                    <a:pt x="292832" y="49357"/>
                  </a:lnTo>
                  <a:lnTo>
                    <a:pt x="333687" y="32072"/>
                  </a:lnTo>
                  <a:lnTo>
                    <a:pt x="376253" y="18312"/>
                  </a:lnTo>
                  <a:lnTo>
                    <a:pt x="420348" y="8259"/>
                  </a:lnTo>
                  <a:lnTo>
                    <a:pt x="465792" y="2095"/>
                  </a:lnTo>
                  <a:lnTo>
                    <a:pt x="512403" y="0"/>
                  </a:lnTo>
                  <a:lnTo>
                    <a:pt x="5786901" y="0"/>
                  </a:lnTo>
                  <a:lnTo>
                    <a:pt x="5833512" y="2095"/>
                  </a:lnTo>
                  <a:lnTo>
                    <a:pt x="5878956" y="8260"/>
                  </a:lnTo>
                  <a:lnTo>
                    <a:pt x="5923052" y="18313"/>
                  </a:lnTo>
                  <a:lnTo>
                    <a:pt x="5965619" y="32073"/>
                  </a:lnTo>
                  <a:lnTo>
                    <a:pt x="6006474" y="49358"/>
                  </a:lnTo>
                  <a:lnTo>
                    <a:pt x="6045437" y="69987"/>
                  </a:lnTo>
                  <a:lnTo>
                    <a:pt x="6082325" y="93778"/>
                  </a:lnTo>
                  <a:lnTo>
                    <a:pt x="6116958" y="120551"/>
                  </a:lnTo>
                  <a:lnTo>
                    <a:pt x="6149154" y="150122"/>
                  </a:lnTo>
                  <a:lnTo>
                    <a:pt x="6178731" y="182312"/>
                  </a:lnTo>
                  <a:lnTo>
                    <a:pt x="6205509" y="216939"/>
                  </a:lnTo>
                  <a:lnTo>
                    <a:pt x="6229305" y="253820"/>
                  </a:lnTo>
                  <a:lnTo>
                    <a:pt x="6249937" y="292776"/>
                  </a:lnTo>
                  <a:lnTo>
                    <a:pt x="6267226" y="333623"/>
                  </a:lnTo>
                  <a:lnTo>
                    <a:pt x="6280988" y="376181"/>
                  </a:lnTo>
                  <a:lnTo>
                    <a:pt x="6291043" y="420269"/>
                  </a:lnTo>
                  <a:lnTo>
                    <a:pt x="6297209" y="465705"/>
                  </a:lnTo>
                  <a:lnTo>
                    <a:pt x="6299305" y="512307"/>
                  </a:lnTo>
                  <a:lnTo>
                    <a:pt x="6299305" y="2640695"/>
                  </a:lnTo>
                  <a:lnTo>
                    <a:pt x="6297209" y="2687297"/>
                  </a:lnTo>
                  <a:lnTo>
                    <a:pt x="6291043" y="2732733"/>
                  </a:lnTo>
                  <a:lnTo>
                    <a:pt x="6280988" y="2776820"/>
                  </a:lnTo>
                  <a:lnTo>
                    <a:pt x="6267226" y="2819379"/>
                  </a:lnTo>
                  <a:lnTo>
                    <a:pt x="6249937" y="2860226"/>
                  </a:lnTo>
                  <a:lnTo>
                    <a:pt x="6229305" y="2899182"/>
                  </a:lnTo>
                  <a:lnTo>
                    <a:pt x="6205509" y="2936063"/>
                  </a:lnTo>
                  <a:lnTo>
                    <a:pt x="6178731" y="2970690"/>
                  </a:lnTo>
                  <a:lnTo>
                    <a:pt x="6149154" y="3002880"/>
                  </a:lnTo>
                  <a:lnTo>
                    <a:pt x="6116958" y="3032451"/>
                  </a:lnTo>
                  <a:lnTo>
                    <a:pt x="6082325" y="3059224"/>
                  </a:lnTo>
                  <a:lnTo>
                    <a:pt x="6045437" y="3083015"/>
                  </a:lnTo>
                  <a:lnTo>
                    <a:pt x="6006474" y="3103644"/>
                  </a:lnTo>
                  <a:lnTo>
                    <a:pt x="5965619" y="3120929"/>
                  </a:lnTo>
                  <a:lnTo>
                    <a:pt x="5923052" y="3134689"/>
                  </a:lnTo>
                  <a:lnTo>
                    <a:pt x="5878956" y="3144742"/>
                  </a:lnTo>
                  <a:lnTo>
                    <a:pt x="5833512" y="3150907"/>
                  </a:lnTo>
                  <a:lnTo>
                    <a:pt x="5786901" y="3153002"/>
                  </a:lnTo>
                  <a:close/>
                </a:path>
              </a:pathLst>
            </a:custGeom>
            <a:solidFill>
              <a:srgbClr val="C3A1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0936886" y="3051730"/>
            <a:ext cx="4874895" cy="21304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5000" b="1">
                <a:latin typeface="Calibri"/>
                <a:cs typeface="Calibri"/>
              </a:rPr>
              <a:t>OpenAI</a:t>
            </a:r>
            <a:r>
              <a:rPr dirty="0" sz="5000" spc="-135" b="1">
                <a:latin typeface="Calibri"/>
                <a:cs typeface="Calibri"/>
              </a:rPr>
              <a:t> </a:t>
            </a:r>
            <a:r>
              <a:rPr dirty="0" sz="5000" spc="-20" b="1">
                <a:latin typeface="Calibri"/>
                <a:cs typeface="Calibri"/>
              </a:rPr>
              <a:t>Dots</a:t>
            </a:r>
            <a:endParaRPr sz="5000">
              <a:latin typeface="Calibri"/>
              <a:cs typeface="Calibri"/>
            </a:endParaRPr>
          </a:p>
          <a:p>
            <a:pPr marL="12700" marR="844550" indent="600075">
              <a:lnSpc>
                <a:spcPct val="122500"/>
              </a:lnSpc>
              <a:spcBef>
                <a:spcPts val="965"/>
              </a:spcBef>
            </a:pPr>
            <a:r>
              <a:rPr dirty="0" sz="2200" b="1">
                <a:latin typeface="Calibri"/>
                <a:cs typeface="Calibri"/>
              </a:rPr>
              <a:t>Goal</a:t>
            </a:r>
            <a:r>
              <a:rPr dirty="0" sz="2200" spc="-3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—</a:t>
            </a:r>
            <a:r>
              <a:rPr dirty="0" sz="2200" spc="-3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“Handle</a:t>
            </a:r>
            <a:r>
              <a:rPr dirty="0" sz="2200" spc="-3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this</a:t>
            </a:r>
            <a:r>
              <a:rPr dirty="0" sz="2200" spc="-30" b="1">
                <a:latin typeface="Calibri"/>
                <a:cs typeface="Calibri"/>
              </a:rPr>
              <a:t> </a:t>
            </a:r>
            <a:r>
              <a:rPr dirty="0" sz="2200" spc="-20" b="1">
                <a:latin typeface="Calibri"/>
                <a:cs typeface="Calibri"/>
              </a:rPr>
              <a:t>project.” </a:t>
            </a:r>
            <a:r>
              <a:rPr dirty="0" sz="2200" spc="-10" b="1">
                <a:latin typeface="Calibri"/>
                <a:cs typeface="Calibri"/>
              </a:rPr>
              <a:t>Context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dirty="0" sz="2200" spc="-10" b="1">
                <a:latin typeface="Calibri"/>
                <a:cs typeface="Calibri"/>
              </a:rPr>
              <a:t>Conversation</a:t>
            </a:r>
            <a:r>
              <a:rPr dirty="0" sz="2200" spc="-4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+</a:t>
            </a:r>
            <a:r>
              <a:rPr dirty="0" sz="2200" spc="-4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memory</a:t>
            </a:r>
            <a:r>
              <a:rPr dirty="0" sz="2200" spc="-4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+</a:t>
            </a:r>
            <a:r>
              <a:rPr dirty="0" sz="2200" spc="-40" b="1">
                <a:latin typeface="Calibri"/>
                <a:cs typeface="Calibri"/>
              </a:rPr>
              <a:t> </a:t>
            </a:r>
            <a:r>
              <a:rPr dirty="0" sz="2200" spc="-10" b="1">
                <a:latin typeface="Calibri"/>
                <a:cs typeface="Calibri"/>
              </a:rPr>
              <a:t>connected</a:t>
            </a:r>
            <a:r>
              <a:rPr dirty="0" sz="2200" spc="-40" b="1">
                <a:latin typeface="Calibri"/>
                <a:cs typeface="Calibri"/>
              </a:rPr>
              <a:t> </a:t>
            </a:r>
            <a:r>
              <a:rPr dirty="0" sz="2200" spc="-20" b="1">
                <a:latin typeface="Calibri"/>
                <a:cs typeface="Calibri"/>
              </a:rPr>
              <a:t>apps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540908" y="6789287"/>
            <a:ext cx="7033259" cy="887730"/>
          </a:xfrm>
          <a:prstGeom prst="rect">
            <a:avLst/>
          </a:prstGeom>
          <a:solidFill>
            <a:srgbClr val="FFDE58"/>
          </a:solidFill>
        </p:spPr>
        <p:txBody>
          <a:bodyPr wrap="square" lIns="0" tIns="50165" rIns="0" bIns="0" rtlCol="0" vert="horz">
            <a:spAutoFit/>
          </a:bodyPr>
          <a:lstStyle/>
          <a:p>
            <a:pPr algn="ctr" marR="107314">
              <a:lnSpc>
                <a:spcPts val="2480"/>
              </a:lnSpc>
              <a:spcBef>
                <a:spcPts val="395"/>
              </a:spcBef>
            </a:pPr>
            <a:r>
              <a:rPr dirty="0" sz="2200" spc="-20" b="1">
                <a:latin typeface="Calibri"/>
                <a:cs typeface="Calibri"/>
              </a:rPr>
              <a:t>LOCAL-FIRST</a:t>
            </a:r>
            <a:endParaRPr sz="2200">
              <a:latin typeface="Calibri"/>
              <a:cs typeface="Calibri"/>
            </a:endParaRPr>
          </a:p>
          <a:p>
            <a:pPr algn="ctr" marR="107314">
              <a:lnSpc>
                <a:spcPts val="2485"/>
              </a:lnSpc>
            </a:pPr>
            <a:r>
              <a:rPr dirty="0" sz="2200" b="1">
                <a:latin typeface="Calibri"/>
                <a:cs typeface="Calibri"/>
              </a:rPr>
              <a:t>Sensitive</a:t>
            </a:r>
            <a:r>
              <a:rPr dirty="0" sz="2200" spc="-60" b="1">
                <a:latin typeface="Calibri"/>
                <a:cs typeface="Calibri"/>
              </a:rPr>
              <a:t> </a:t>
            </a:r>
            <a:r>
              <a:rPr dirty="0" sz="2200" spc="-10" b="1">
                <a:latin typeface="Calibri"/>
                <a:cs typeface="Calibri"/>
              </a:rPr>
              <a:t>perception</a:t>
            </a:r>
            <a:r>
              <a:rPr dirty="0" sz="2200" spc="-6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and</a:t>
            </a:r>
            <a:r>
              <a:rPr dirty="0" sz="2200" spc="-6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fast</a:t>
            </a:r>
            <a:r>
              <a:rPr dirty="0" sz="2200" spc="-55" b="1">
                <a:latin typeface="Calibri"/>
                <a:cs typeface="Calibri"/>
              </a:rPr>
              <a:t> </a:t>
            </a:r>
            <a:r>
              <a:rPr dirty="0" sz="2200" spc="-20" b="1">
                <a:latin typeface="Calibri"/>
                <a:cs typeface="Calibri"/>
              </a:rPr>
              <a:t>reflexes</a:t>
            </a:r>
            <a:r>
              <a:rPr dirty="0" sz="2200" spc="-6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can</a:t>
            </a:r>
            <a:r>
              <a:rPr dirty="0" sz="2200" spc="-6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stay</a:t>
            </a:r>
            <a:r>
              <a:rPr dirty="0" sz="2200" spc="-60" b="1">
                <a:latin typeface="Calibri"/>
                <a:cs typeface="Calibri"/>
              </a:rPr>
              <a:t> </a:t>
            </a:r>
            <a:r>
              <a:rPr dirty="0" sz="2200" spc="-10" b="1">
                <a:latin typeface="Calibri"/>
                <a:cs typeface="Calibri"/>
              </a:rPr>
              <a:t>on-device.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41931" y="8004567"/>
            <a:ext cx="2956560" cy="871855"/>
          </a:xfrm>
          <a:prstGeom prst="rect">
            <a:avLst/>
          </a:prstGeom>
          <a:solidFill>
            <a:srgbClr val="FFBD58"/>
          </a:solidFill>
        </p:spPr>
        <p:txBody>
          <a:bodyPr wrap="square" lIns="0" tIns="41910" rIns="0" bIns="0" rtlCol="0" vert="horz">
            <a:spAutoFit/>
          </a:bodyPr>
          <a:lstStyle/>
          <a:p>
            <a:pPr marL="286385">
              <a:lnSpc>
                <a:spcPct val="100000"/>
              </a:lnSpc>
              <a:spcBef>
                <a:spcPts val="330"/>
              </a:spcBef>
            </a:pPr>
            <a:r>
              <a:rPr dirty="0" sz="2200" spc="-25" b="1">
                <a:latin typeface="Calibri"/>
                <a:cs typeface="Calibri"/>
              </a:rPr>
              <a:t>OFFLINE-</a:t>
            </a:r>
            <a:r>
              <a:rPr dirty="0" sz="2200" spc="-10" b="1">
                <a:latin typeface="Calibri"/>
                <a:cs typeface="Calibri"/>
              </a:rPr>
              <a:t>CAPABLE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082652" y="8043595"/>
            <a:ext cx="3660140" cy="833119"/>
          </a:xfrm>
          <a:prstGeom prst="rect">
            <a:avLst/>
          </a:prstGeom>
          <a:solidFill>
            <a:srgbClr val="3172C7">
              <a:alpha val="56498"/>
            </a:srgbClr>
          </a:solidFill>
        </p:spPr>
        <p:txBody>
          <a:bodyPr wrap="square" lIns="0" tIns="69850" rIns="0" bIns="0" rtlCol="0" vert="horz">
            <a:spAutoFit/>
          </a:bodyPr>
          <a:lstStyle/>
          <a:p>
            <a:pPr marL="275590" marR="266700" indent="5080">
              <a:lnSpc>
                <a:spcPts val="2250"/>
              </a:lnSpc>
              <a:spcBef>
                <a:spcPts val="550"/>
              </a:spcBef>
            </a:pPr>
            <a:r>
              <a:rPr dirty="0" sz="2100" b="1">
                <a:latin typeface="Calibri"/>
                <a:cs typeface="Calibri"/>
              </a:rPr>
              <a:t>YOU</a:t>
            </a:r>
            <a:r>
              <a:rPr dirty="0" sz="2100" spc="-85" b="1">
                <a:latin typeface="Calibri"/>
                <a:cs typeface="Calibri"/>
              </a:rPr>
              <a:t> </a:t>
            </a:r>
            <a:r>
              <a:rPr dirty="0" sz="2100" b="1">
                <a:latin typeface="Calibri"/>
                <a:cs typeface="Calibri"/>
              </a:rPr>
              <a:t>CAN</a:t>
            </a:r>
            <a:r>
              <a:rPr dirty="0" sz="2100" spc="-80" b="1">
                <a:latin typeface="Calibri"/>
                <a:cs typeface="Calibri"/>
              </a:rPr>
              <a:t> </a:t>
            </a:r>
            <a:r>
              <a:rPr dirty="0" sz="2100" b="1">
                <a:latin typeface="Calibri"/>
                <a:cs typeface="Calibri"/>
              </a:rPr>
              <a:t>INTERRUPT</a:t>
            </a:r>
            <a:r>
              <a:rPr dirty="0" sz="2100" spc="-80" b="1">
                <a:latin typeface="Calibri"/>
                <a:cs typeface="Calibri"/>
              </a:rPr>
              <a:t> </a:t>
            </a:r>
            <a:r>
              <a:rPr dirty="0" sz="2100" spc="-10" b="1">
                <a:latin typeface="Calibri"/>
                <a:cs typeface="Calibri"/>
              </a:rPr>
              <a:t>TRAIL. </a:t>
            </a:r>
            <a:r>
              <a:rPr dirty="0" sz="2100" b="1">
                <a:latin typeface="Calibri"/>
                <a:cs typeface="Calibri"/>
              </a:rPr>
              <a:t>TRAIL</a:t>
            </a:r>
            <a:r>
              <a:rPr dirty="0" sz="2100" spc="-65" b="1">
                <a:latin typeface="Calibri"/>
                <a:cs typeface="Calibri"/>
              </a:rPr>
              <a:t> </a:t>
            </a:r>
            <a:r>
              <a:rPr dirty="0" sz="2100" b="1">
                <a:latin typeface="Calibri"/>
                <a:cs typeface="Calibri"/>
              </a:rPr>
              <a:t>CAN</a:t>
            </a:r>
            <a:r>
              <a:rPr dirty="0" sz="2100" spc="-60" b="1">
                <a:latin typeface="Calibri"/>
                <a:cs typeface="Calibri"/>
              </a:rPr>
              <a:t> </a:t>
            </a:r>
            <a:r>
              <a:rPr dirty="0" sz="2100" b="1">
                <a:latin typeface="Calibri"/>
                <a:cs typeface="Calibri"/>
              </a:rPr>
              <a:t>INTERRUPT</a:t>
            </a:r>
            <a:r>
              <a:rPr dirty="0" sz="2100" spc="-65" b="1">
                <a:latin typeface="Calibri"/>
                <a:cs typeface="Calibri"/>
              </a:rPr>
              <a:t> </a:t>
            </a:r>
            <a:r>
              <a:rPr dirty="0" sz="2100" spc="-20" b="1">
                <a:latin typeface="Calibri"/>
                <a:cs typeface="Calibri"/>
              </a:rPr>
              <a:t>YOU.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094090" y="9216729"/>
            <a:ext cx="10381615" cy="930910"/>
          </a:xfrm>
          <a:prstGeom prst="rect">
            <a:avLst/>
          </a:prstGeom>
          <a:solidFill>
            <a:srgbClr val="6FC731">
              <a:alpha val="479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 algn="ctr" marL="846455">
              <a:lnSpc>
                <a:spcPts val="2390"/>
              </a:lnSpc>
            </a:pPr>
            <a:r>
              <a:rPr dirty="0" sz="2200" spc="-20" b="1">
                <a:latin typeface="Calibri"/>
                <a:cs typeface="Calibri"/>
              </a:rPr>
              <a:t>PRIVACY</a:t>
            </a:r>
            <a:r>
              <a:rPr dirty="0" sz="2200" spc="-8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BY</a:t>
            </a:r>
            <a:r>
              <a:rPr dirty="0" sz="2200" spc="-80" b="1">
                <a:latin typeface="Calibri"/>
                <a:cs typeface="Calibri"/>
              </a:rPr>
              <a:t> </a:t>
            </a:r>
            <a:r>
              <a:rPr dirty="0" sz="2200" spc="-10" b="1">
                <a:latin typeface="Calibri"/>
                <a:cs typeface="Calibri"/>
              </a:rPr>
              <a:t>ARCHITECTURE</a:t>
            </a:r>
            <a:endParaRPr sz="2200">
              <a:latin typeface="Calibri"/>
              <a:cs typeface="Calibri"/>
            </a:endParaRPr>
          </a:p>
          <a:p>
            <a:pPr algn="ctr" marL="847090">
              <a:lnSpc>
                <a:spcPts val="2480"/>
              </a:lnSpc>
            </a:pPr>
            <a:r>
              <a:rPr dirty="0" sz="2200" b="1">
                <a:latin typeface="Calibri"/>
                <a:cs typeface="Calibri"/>
              </a:rPr>
              <a:t>Screenshots</a:t>
            </a:r>
            <a:r>
              <a:rPr dirty="0" sz="2200" spc="-4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stay</a:t>
            </a:r>
            <a:r>
              <a:rPr dirty="0" sz="2200" spc="-4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on</a:t>
            </a:r>
            <a:r>
              <a:rPr dirty="0" sz="2200" spc="-4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the</a:t>
            </a:r>
            <a:r>
              <a:rPr dirty="0" sz="2200" spc="-4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laptop.</a:t>
            </a:r>
            <a:r>
              <a:rPr dirty="0" sz="2200" spc="-4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Session</a:t>
            </a:r>
            <a:r>
              <a:rPr dirty="0" sz="2200" spc="-4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memory</a:t>
            </a:r>
            <a:r>
              <a:rPr dirty="0" sz="2200" spc="-4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is</a:t>
            </a:r>
            <a:r>
              <a:rPr dirty="0" sz="2200" spc="-4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cleared</a:t>
            </a:r>
            <a:r>
              <a:rPr dirty="0" sz="2200" spc="-4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when</a:t>
            </a:r>
            <a:r>
              <a:rPr dirty="0" sz="2200" spc="-4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the</a:t>
            </a:r>
            <a:r>
              <a:rPr dirty="0" sz="2200" spc="-4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session</a:t>
            </a:r>
            <a:r>
              <a:rPr dirty="0" sz="2200" spc="-45" b="1">
                <a:latin typeface="Calibri"/>
                <a:cs typeface="Calibri"/>
              </a:rPr>
              <a:t> </a:t>
            </a:r>
            <a:r>
              <a:rPr dirty="0" sz="2200" spc="-10" b="1">
                <a:latin typeface="Calibri"/>
                <a:cs typeface="Calibri"/>
              </a:rPr>
              <a:t>ends.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16003" rIns="0" bIns="0" rtlCol="0" vert="horz">
            <a:spAutoFit/>
          </a:bodyPr>
          <a:lstStyle/>
          <a:p>
            <a:pPr marL="935990">
              <a:lnSpc>
                <a:spcPct val="100000"/>
              </a:lnSpc>
              <a:spcBef>
                <a:spcPts val="100"/>
              </a:spcBef>
            </a:pPr>
            <a:r>
              <a:rPr dirty="0"/>
              <a:t>Checklist-</a:t>
            </a:r>
            <a:r>
              <a:rPr dirty="0" spc="-70"/>
              <a:t> </a:t>
            </a:r>
            <a:r>
              <a:rPr dirty="0"/>
              <a:t>Updated</a:t>
            </a:r>
            <a:r>
              <a:rPr dirty="0" spc="-65"/>
              <a:t> </a:t>
            </a:r>
            <a:r>
              <a:rPr dirty="0"/>
              <a:t>on</a:t>
            </a:r>
            <a:r>
              <a:rPr dirty="0" spc="-65"/>
              <a:t> </a:t>
            </a:r>
            <a:r>
              <a:rPr dirty="0"/>
              <a:t>Public</a:t>
            </a:r>
            <a:r>
              <a:rPr dirty="0" spc="-65"/>
              <a:t> </a:t>
            </a:r>
            <a:r>
              <a:rPr dirty="0" spc="-10"/>
              <a:t>GitHub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77364" y="3035236"/>
            <a:ext cx="133349" cy="1333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77364" y="3606736"/>
            <a:ext cx="133349" cy="1333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77364" y="4178236"/>
            <a:ext cx="133349" cy="1333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77364" y="4749736"/>
            <a:ext cx="133349" cy="13334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88900" rIns="0" bIns="0" rtlCol="0" vert="horz">
            <a:spAutoFit/>
          </a:bodyPr>
          <a:lstStyle/>
          <a:p>
            <a:pPr marL="12700" marR="5080">
              <a:lnSpc>
                <a:spcPts val="4500"/>
              </a:lnSpc>
              <a:spcBef>
                <a:spcPts val="700"/>
              </a:spcBef>
            </a:pPr>
            <a:r>
              <a:rPr dirty="0"/>
              <a:t>Working</a:t>
            </a:r>
            <a:r>
              <a:rPr dirty="0" spc="-75"/>
              <a:t> </a:t>
            </a:r>
            <a:r>
              <a:rPr dirty="0"/>
              <a:t>prototype</a:t>
            </a:r>
            <a:r>
              <a:rPr dirty="0" spc="-75"/>
              <a:t> </a:t>
            </a:r>
            <a:r>
              <a:rPr dirty="0"/>
              <a:t>code</a:t>
            </a:r>
            <a:r>
              <a:rPr dirty="0" spc="-75"/>
              <a:t> </a:t>
            </a:r>
            <a:r>
              <a:rPr dirty="0"/>
              <a:t>—</a:t>
            </a:r>
            <a:r>
              <a:rPr dirty="0" spc="-75"/>
              <a:t> </a:t>
            </a:r>
            <a:r>
              <a:rPr dirty="0"/>
              <a:t>public</a:t>
            </a:r>
            <a:r>
              <a:rPr dirty="0" spc="-75"/>
              <a:t> </a:t>
            </a:r>
            <a:r>
              <a:rPr dirty="0"/>
              <a:t>or</a:t>
            </a:r>
            <a:r>
              <a:rPr dirty="0" spc="-75"/>
              <a:t> </a:t>
            </a:r>
            <a:r>
              <a:rPr dirty="0"/>
              <a:t>shared</a:t>
            </a:r>
            <a:r>
              <a:rPr dirty="0" spc="-75"/>
              <a:t> </a:t>
            </a:r>
            <a:r>
              <a:rPr dirty="0"/>
              <a:t>GitHub</a:t>
            </a:r>
            <a:r>
              <a:rPr dirty="0" spc="-75"/>
              <a:t> </a:t>
            </a:r>
            <a:r>
              <a:rPr dirty="0"/>
              <a:t>repo</a:t>
            </a:r>
            <a:r>
              <a:rPr dirty="0" spc="-75"/>
              <a:t> </a:t>
            </a:r>
            <a:r>
              <a:rPr dirty="0"/>
              <a:t>(Y/N)</a:t>
            </a:r>
            <a:r>
              <a:rPr dirty="0" spc="-75"/>
              <a:t> </a:t>
            </a:r>
            <a:r>
              <a:rPr dirty="0" spc="-50"/>
              <a:t>Y </a:t>
            </a:r>
            <a:r>
              <a:rPr dirty="0"/>
              <a:t>README</a:t>
            </a:r>
            <a:r>
              <a:rPr dirty="0" spc="-114"/>
              <a:t> </a:t>
            </a:r>
            <a:r>
              <a:rPr dirty="0"/>
              <a:t>with</a:t>
            </a:r>
            <a:r>
              <a:rPr dirty="0" spc="-114"/>
              <a:t> </a:t>
            </a:r>
            <a:r>
              <a:rPr dirty="0"/>
              <a:t>reproducible</a:t>
            </a:r>
            <a:r>
              <a:rPr dirty="0" spc="-114"/>
              <a:t> </a:t>
            </a:r>
            <a:r>
              <a:rPr dirty="0"/>
              <a:t>setup</a:t>
            </a:r>
            <a:r>
              <a:rPr dirty="0" spc="-110"/>
              <a:t> </a:t>
            </a:r>
            <a:r>
              <a:rPr dirty="0"/>
              <a:t>instructions</a:t>
            </a:r>
            <a:r>
              <a:rPr dirty="0" spc="-114"/>
              <a:t> </a:t>
            </a:r>
            <a:r>
              <a:rPr dirty="0"/>
              <a:t>(Y/N)</a:t>
            </a:r>
            <a:r>
              <a:rPr dirty="0" spc="-114"/>
              <a:t> </a:t>
            </a:r>
            <a:r>
              <a:rPr dirty="0" spc="-50"/>
              <a:t>Y</a:t>
            </a:r>
          </a:p>
          <a:p>
            <a:pPr marL="12700" marR="2425700">
              <a:lnSpc>
                <a:spcPts val="4500"/>
              </a:lnSpc>
            </a:pPr>
            <a:r>
              <a:rPr dirty="0"/>
              <a:t>Demo</a:t>
            </a:r>
            <a:r>
              <a:rPr dirty="0" spc="-75"/>
              <a:t> </a:t>
            </a:r>
            <a:r>
              <a:rPr dirty="0"/>
              <a:t>video,</a:t>
            </a:r>
            <a:r>
              <a:rPr dirty="0" spc="-70"/>
              <a:t> </a:t>
            </a:r>
            <a:r>
              <a:rPr dirty="0"/>
              <a:t>max</a:t>
            </a:r>
            <a:r>
              <a:rPr dirty="0" spc="-70"/>
              <a:t> </a:t>
            </a:r>
            <a:r>
              <a:rPr dirty="0"/>
              <a:t>5</a:t>
            </a:r>
            <a:r>
              <a:rPr dirty="0" spc="-70"/>
              <a:t> </a:t>
            </a:r>
            <a:r>
              <a:rPr dirty="0"/>
              <a:t>minutes</a:t>
            </a:r>
            <a:r>
              <a:rPr dirty="0" spc="-75"/>
              <a:t> </a:t>
            </a:r>
            <a:r>
              <a:rPr dirty="0"/>
              <a:t>(YouTube</a:t>
            </a:r>
            <a:r>
              <a:rPr dirty="0" spc="-70"/>
              <a:t> </a:t>
            </a:r>
            <a:r>
              <a:rPr dirty="0"/>
              <a:t>or</a:t>
            </a:r>
            <a:r>
              <a:rPr dirty="0" spc="-70"/>
              <a:t> </a:t>
            </a:r>
            <a:r>
              <a:rPr dirty="0"/>
              <a:t>Drive</a:t>
            </a:r>
            <a:r>
              <a:rPr dirty="0" spc="-70"/>
              <a:t> </a:t>
            </a:r>
            <a:r>
              <a:rPr dirty="0"/>
              <a:t>link)</a:t>
            </a:r>
            <a:r>
              <a:rPr dirty="0" spc="-75"/>
              <a:t> </a:t>
            </a:r>
            <a:r>
              <a:rPr dirty="0" spc="-50"/>
              <a:t>Y </a:t>
            </a:r>
            <a:r>
              <a:rPr dirty="0"/>
              <a:t>Presentation</a:t>
            </a:r>
            <a:r>
              <a:rPr dirty="0" spc="-90"/>
              <a:t> </a:t>
            </a:r>
            <a:r>
              <a:rPr dirty="0"/>
              <a:t>file</a:t>
            </a:r>
            <a:r>
              <a:rPr dirty="0" spc="-85"/>
              <a:t> </a:t>
            </a:r>
            <a:r>
              <a:rPr dirty="0"/>
              <a:t>(PPT</a:t>
            </a:r>
            <a:r>
              <a:rPr dirty="0" spc="-85"/>
              <a:t> </a:t>
            </a:r>
            <a:r>
              <a:rPr dirty="0"/>
              <a:t>or</a:t>
            </a:r>
            <a:r>
              <a:rPr dirty="0" spc="-90"/>
              <a:t> </a:t>
            </a:r>
            <a:r>
              <a:rPr dirty="0"/>
              <a:t>PDF)</a:t>
            </a:r>
            <a:r>
              <a:rPr dirty="0" spc="-85"/>
              <a:t> </a:t>
            </a:r>
            <a:r>
              <a:rPr dirty="0"/>
              <a:t>(Y/N)</a:t>
            </a:r>
            <a:r>
              <a:rPr dirty="0" spc="-85"/>
              <a:t> </a:t>
            </a:r>
            <a:r>
              <a:rPr dirty="0" spc="-50"/>
              <a:t>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56572" y="5649293"/>
            <a:ext cx="4407535" cy="1076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900" b="1">
                <a:solidFill>
                  <a:srgbClr val="13132A"/>
                </a:solidFill>
                <a:latin typeface="Arial"/>
                <a:cs typeface="Arial"/>
              </a:rPr>
              <a:t>Thank </a:t>
            </a:r>
            <a:r>
              <a:rPr dirty="0" sz="6900" spc="-25" b="1">
                <a:solidFill>
                  <a:srgbClr val="13132A"/>
                </a:solidFill>
                <a:latin typeface="Arial"/>
                <a:cs typeface="Arial"/>
              </a:rPr>
              <a:t>you</a:t>
            </a:r>
            <a:endParaRPr sz="69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55947" y="0"/>
            <a:ext cx="10932051" cy="726757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53159" y="8891269"/>
            <a:ext cx="7426959" cy="276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>
                <a:solidFill>
                  <a:srgbClr val="62627D"/>
                </a:solidFill>
                <a:latin typeface="Calibri"/>
                <a:cs typeface="Calibri"/>
              </a:rPr>
              <a:t>Organised</a:t>
            </a:r>
            <a:r>
              <a:rPr dirty="0" sz="1650" spc="-10">
                <a:solidFill>
                  <a:srgbClr val="62627D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62627D"/>
                </a:solidFill>
                <a:latin typeface="Calibri"/>
                <a:cs typeface="Calibri"/>
              </a:rPr>
              <a:t>by</a:t>
            </a:r>
            <a:r>
              <a:rPr dirty="0" sz="1650" spc="-5">
                <a:solidFill>
                  <a:srgbClr val="62627D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62627D"/>
                </a:solidFill>
                <a:latin typeface="Calibri"/>
                <a:cs typeface="Calibri"/>
              </a:rPr>
              <a:t>the</a:t>
            </a:r>
            <a:r>
              <a:rPr dirty="0" sz="1650" spc="-5">
                <a:solidFill>
                  <a:srgbClr val="62627D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62627D"/>
                </a:solidFill>
                <a:latin typeface="Calibri"/>
                <a:cs typeface="Calibri"/>
              </a:rPr>
              <a:t>Language</a:t>
            </a:r>
            <a:r>
              <a:rPr dirty="0" sz="1650" spc="-5">
                <a:solidFill>
                  <a:srgbClr val="62627D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62627D"/>
                </a:solidFill>
                <a:latin typeface="Calibri"/>
                <a:cs typeface="Calibri"/>
              </a:rPr>
              <a:t>AI</a:t>
            </a:r>
            <a:r>
              <a:rPr dirty="0" sz="1650" spc="-5">
                <a:solidFill>
                  <a:srgbClr val="62627D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62627D"/>
                </a:solidFill>
                <a:latin typeface="Calibri"/>
                <a:cs typeface="Calibri"/>
              </a:rPr>
              <a:t>Team</a:t>
            </a:r>
            <a:r>
              <a:rPr dirty="0" sz="1650" spc="-5">
                <a:solidFill>
                  <a:srgbClr val="62627D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62627D"/>
                </a:solidFill>
                <a:latin typeface="Calibri"/>
                <a:cs typeface="Calibri"/>
              </a:rPr>
              <a:t>and</a:t>
            </a:r>
            <a:r>
              <a:rPr dirty="0" sz="1650" spc="-5">
                <a:solidFill>
                  <a:srgbClr val="62627D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62627D"/>
                </a:solidFill>
                <a:latin typeface="Calibri"/>
                <a:cs typeface="Calibri"/>
              </a:rPr>
              <a:t>the</a:t>
            </a:r>
            <a:r>
              <a:rPr dirty="0" sz="1650" spc="-10">
                <a:solidFill>
                  <a:srgbClr val="62627D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62627D"/>
                </a:solidFill>
                <a:latin typeface="Calibri"/>
                <a:cs typeface="Calibri"/>
              </a:rPr>
              <a:t>PRISM</a:t>
            </a:r>
            <a:r>
              <a:rPr dirty="0" sz="1650" spc="-5">
                <a:solidFill>
                  <a:srgbClr val="62627D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62627D"/>
                </a:solidFill>
                <a:latin typeface="Calibri"/>
                <a:cs typeface="Calibri"/>
              </a:rPr>
              <a:t>Team,</a:t>
            </a:r>
            <a:r>
              <a:rPr dirty="0" sz="1650" spc="-5">
                <a:solidFill>
                  <a:srgbClr val="62627D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62627D"/>
                </a:solidFill>
                <a:latin typeface="Calibri"/>
                <a:cs typeface="Calibri"/>
              </a:rPr>
              <a:t>Samsung</a:t>
            </a:r>
            <a:r>
              <a:rPr dirty="0" sz="1650" spc="-5">
                <a:solidFill>
                  <a:srgbClr val="62627D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62627D"/>
                </a:solidFill>
                <a:latin typeface="Calibri"/>
                <a:cs typeface="Calibri"/>
              </a:rPr>
              <a:t>R&amp;D</a:t>
            </a:r>
            <a:r>
              <a:rPr dirty="0" sz="1650" spc="-5">
                <a:solidFill>
                  <a:srgbClr val="62627D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62627D"/>
                </a:solidFill>
                <a:latin typeface="Calibri"/>
                <a:cs typeface="Calibri"/>
              </a:rPr>
              <a:t>Institute</a:t>
            </a:r>
            <a:r>
              <a:rPr dirty="0" sz="1650" spc="-5">
                <a:solidFill>
                  <a:srgbClr val="62627D"/>
                </a:solidFill>
                <a:latin typeface="Calibri"/>
                <a:cs typeface="Calibri"/>
              </a:rPr>
              <a:t> </a:t>
            </a:r>
            <a:r>
              <a:rPr dirty="0" sz="1650" spc="-10">
                <a:solidFill>
                  <a:srgbClr val="62627D"/>
                </a:solidFill>
                <a:latin typeface="Calibri"/>
                <a:cs typeface="Calibri"/>
              </a:rPr>
              <a:t>India</a:t>
            </a:r>
            <a:endParaRPr sz="16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62627D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vaishnavi chaudhary</dc:creator>
  <cp:keywords>DAHWmKVtAtc,BAFrs4m9COo</cp:keywords>
  <dc:title>DOC-20260917-WA0071.pptx</dc:title>
  <dcterms:created xsi:type="dcterms:W3CDTF">2026-09-30T17:25:44Z</dcterms:created>
  <dcterms:modified xsi:type="dcterms:W3CDTF">2026-09-30T17:25:44Z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2026-09-30T00:00:00Z</vt:filetime>
  </property>
  <property fmtid="{D5CDD505-2E9C-101B-9397-08002B2CF9AE}" pid="4" name="Creator">
    <vt:lpwstr>Canva</vt:lpwstr>
  </property>
  <property fmtid="{D5CDD505-2E9C-101B-9397-08002B2CF9AE}" pid="5" name="LastSaved">
    <vt:filetime>2026-09-30T00:00:00Z</vt:filetime>
  </property>
  <property fmtid="{D5CDD505-2E9C-101B-9397-08002B2CF9AE}" pid="6" name="Producer">
    <vt:lpwstr>Canva</vt:lpwstr>
  </property>
</Properties>
</file>